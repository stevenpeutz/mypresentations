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5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7" r:id="rId2"/>
    <p:sldId id="262" r:id="rId3"/>
    <p:sldId id="264" r:id="rId4"/>
    <p:sldId id="266" r:id="rId5"/>
    <p:sldId id="281" r:id="rId6"/>
    <p:sldId id="274" r:id="rId7"/>
    <p:sldId id="268" r:id="rId8"/>
    <p:sldId id="269" r:id="rId9"/>
    <p:sldId id="284" r:id="rId10"/>
    <p:sldId id="285" r:id="rId11"/>
    <p:sldId id="282" r:id="rId12"/>
    <p:sldId id="277" r:id="rId13"/>
    <p:sldId id="280" r:id="rId14"/>
    <p:sldId id="276" r:id="rId15"/>
    <p:sldId id="270" r:id="rId16"/>
    <p:sldId id="275" r:id="rId17"/>
    <p:sldId id="273" r:id="rId18"/>
    <p:sldId id="290" r:id="rId19"/>
    <p:sldId id="279" r:id="rId20"/>
    <p:sldId id="272" r:id="rId21"/>
    <p:sldId id="278" r:id="rId22"/>
    <p:sldId id="271" r:id="rId23"/>
    <p:sldId id="287" r:id="rId24"/>
    <p:sldId id="267" r:id="rId25"/>
    <p:sldId id="291" r:id="rId26"/>
    <p:sldId id="288" r:id="rId27"/>
    <p:sldId id="265" r:id="rId28"/>
    <p:sldId id="261" r:id="rId29"/>
    <p:sldId id="256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800"/>
    <a:srgbClr val="C18400"/>
    <a:srgbClr val="CC6198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32"/>
    <p:restoredTop sz="94667"/>
  </p:normalViewPr>
  <p:slideViewPr>
    <p:cSldViewPr snapToGrid="0" snapToObjects="1">
      <p:cViewPr varScale="1">
        <p:scale>
          <a:sx n="74" d="100"/>
          <a:sy n="74" d="100"/>
        </p:scale>
        <p:origin x="19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 custLinFactNeighborX="7970" custLinFactNeighborY="-588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4000" b="1" u="sng" dirty="0"/>
            <a:t>A</a:t>
          </a:r>
          <a:r>
            <a:rPr lang="en-US" sz="4000" u="sng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 custLinFactNeighborX="7970" custLinFactNeighborY="-588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4BFD18-77D8-2E4C-8432-2472B6CDD38B}" type="doc">
      <dgm:prSet loTypeId="urn:microsoft.com/office/officeart/2005/8/layout/cycle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B394A1-AE24-964D-9BBC-B742407586C3}">
      <dgm:prSet phldrT="[Text]"/>
      <dgm:spPr>
        <a:solidFill>
          <a:schemeClr val="accent1">
            <a:hueOff val="0"/>
            <a:satOff val="0"/>
            <a:lumOff val="0"/>
            <a:alpha val="72000"/>
          </a:schemeClr>
        </a:solidFill>
      </dgm:spPr>
      <dgm:t>
        <a:bodyPr/>
        <a:lstStyle/>
        <a:p>
          <a:r>
            <a:rPr lang="en-US" dirty="0"/>
            <a:t>'paid'</a:t>
          </a:r>
        </a:p>
      </dgm:t>
    </dgm:pt>
    <dgm:pt modelId="{3F2D140C-4D98-644B-9A52-F56863674D6D}" type="parTrans" cxnId="{67A733B9-F885-4D4B-99D3-04F2921A7CF0}">
      <dgm:prSet/>
      <dgm:spPr/>
      <dgm:t>
        <a:bodyPr/>
        <a:lstStyle/>
        <a:p>
          <a:endParaRPr lang="en-US"/>
        </a:p>
      </dgm:t>
    </dgm:pt>
    <dgm:pt modelId="{8B2C1354-91B2-B74F-98A4-D097AED9DE09}" type="sibTrans" cxnId="{67A733B9-F885-4D4B-99D3-04F2921A7CF0}">
      <dgm:prSet/>
      <dgm:spPr/>
      <dgm:t>
        <a:bodyPr/>
        <a:lstStyle/>
        <a:p>
          <a:endParaRPr lang="en-US"/>
        </a:p>
      </dgm:t>
    </dgm:pt>
    <dgm:pt modelId="{B714FB0B-A917-2D40-9D20-89C09D4AE158}">
      <dgm:prSet phldrT="[Text]"/>
      <dgm:spPr>
        <a:solidFill>
          <a:schemeClr val="accent1">
            <a:hueOff val="0"/>
            <a:satOff val="0"/>
            <a:lumOff val="0"/>
            <a:alpha val="73000"/>
          </a:schemeClr>
        </a:solidFill>
      </dgm:spPr>
      <dgm:t>
        <a:bodyPr/>
        <a:lstStyle/>
        <a:p>
          <a:r>
            <a:rPr lang="en-US" dirty="0"/>
            <a:t>'earned'</a:t>
          </a:r>
        </a:p>
      </dgm:t>
    </dgm:pt>
    <dgm:pt modelId="{AABF9DDE-724D-4B42-9F37-FD7E3D5E008E}" type="parTrans" cxnId="{3BE2F7E1-045E-D845-B194-696007390154}">
      <dgm:prSet/>
      <dgm:spPr/>
      <dgm:t>
        <a:bodyPr/>
        <a:lstStyle/>
        <a:p>
          <a:endParaRPr lang="en-US"/>
        </a:p>
      </dgm:t>
    </dgm:pt>
    <dgm:pt modelId="{24E3B0B3-7DD6-AC4F-839C-6773B1B41DFC}" type="sibTrans" cxnId="{3BE2F7E1-045E-D845-B194-696007390154}">
      <dgm:prSet/>
      <dgm:spPr/>
      <dgm:t>
        <a:bodyPr/>
        <a:lstStyle/>
        <a:p>
          <a:endParaRPr lang="en-US"/>
        </a:p>
      </dgm:t>
    </dgm:pt>
    <dgm:pt modelId="{697B36DE-AB42-6944-BF6F-DFD619499A34}">
      <dgm:prSet phldrT="[Text]"/>
      <dgm:spPr>
        <a:solidFill>
          <a:schemeClr val="accent1">
            <a:hueOff val="0"/>
            <a:satOff val="0"/>
            <a:lumOff val="0"/>
            <a:alpha val="75000"/>
          </a:schemeClr>
        </a:solidFill>
      </dgm:spPr>
      <dgm:t>
        <a:bodyPr/>
        <a:lstStyle/>
        <a:p>
          <a:r>
            <a:rPr lang="en-US" dirty="0"/>
            <a:t>'shared'</a:t>
          </a:r>
        </a:p>
      </dgm:t>
    </dgm:pt>
    <dgm:pt modelId="{A15DD9BD-C843-C74E-A37F-A45DDE2808AA}" type="parTrans" cxnId="{0491579D-26A4-DC44-A4FA-12D3E691C700}">
      <dgm:prSet/>
      <dgm:spPr/>
      <dgm:t>
        <a:bodyPr/>
        <a:lstStyle/>
        <a:p>
          <a:endParaRPr lang="en-US"/>
        </a:p>
      </dgm:t>
    </dgm:pt>
    <dgm:pt modelId="{32E73E2D-706A-8744-AD72-D00CA6BD8E4A}" type="sibTrans" cxnId="{0491579D-26A4-DC44-A4FA-12D3E691C700}">
      <dgm:prSet/>
      <dgm:spPr/>
      <dgm:t>
        <a:bodyPr/>
        <a:lstStyle/>
        <a:p>
          <a:endParaRPr lang="en-US"/>
        </a:p>
      </dgm:t>
    </dgm:pt>
    <dgm:pt modelId="{1CB03394-D648-9C4F-AB70-9933D27C40FF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SEO</a:t>
          </a:r>
        </a:p>
      </dgm:t>
    </dgm:pt>
    <dgm:pt modelId="{84D80381-6B46-4F4F-8A04-F391CA688198}" type="sibTrans" cxnId="{885DE43B-D653-2845-86E5-8237344BA708}">
      <dgm:prSet/>
      <dgm:spPr/>
      <dgm:t>
        <a:bodyPr/>
        <a:lstStyle/>
        <a:p>
          <a:endParaRPr lang="en-US"/>
        </a:p>
      </dgm:t>
    </dgm:pt>
    <dgm:pt modelId="{E497BF13-9428-A140-BF14-189A32C7E71D}" type="parTrans" cxnId="{885DE43B-D653-2845-86E5-8237344BA708}">
      <dgm:prSet/>
      <dgm:spPr/>
      <dgm:t>
        <a:bodyPr/>
        <a:lstStyle/>
        <a:p>
          <a:endParaRPr lang="en-US"/>
        </a:p>
      </dgm:t>
    </dgm:pt>
    <dgm:pt modelId="{6C4F7183-8F05-464C-8C0C-F5F15120DE56}">
      <dgm:prSet phldrT="[Text]"/>
      <dgm:spPr>
        <a:solidFill>
          <a:schemeClr val="accent1">
            <a:hueOff val="0"/>
            <a:satOff val="0"/>
            <a:lumOff val="0"/>
            <a:alpha val="75000"/>
          </a:schemeClr>
        </a:solidFill>
      </dgm:spPr>
      <dgm:t>
        <a:bodyPr/>
        <a:lstStyle/>
        <a:p>
          <a:r>
            <a:rPr lang="en-US" dirty="0"/>
            <a:t>'owned'</a:t>
          </a:r>
        </a:p>
      </dgm:t>
    </dgm:pt>
    <dgm:pt modelId="{AFCE7A8C-6FB2-184D-B9D5-DD1096F3EBC1}" type="sibTrans" cxnId="{44ADC1C1-2392-2143-BC1F-EC8C9C5341CD}">
      <dgm:prSet/>
      <dgm:spPr/>
      <dgm:t>
        <a:bodyPr/>
        <a:lstStyle/>
        <a:p>
          <a:endParaRPr lang="en-US"/>
        </a:p>
      </dgm:t>
    </dgm:pt>
    <dgm:pt modelId="{594A4322-46FC-C348-B088-21276A650EE4}" type="parTrans" cxnId="{44ADC1C1-2392-2143-BC1F-EC8C9C5341CD}">
      <dgm:prSet/>
      <dgm:spPr/>
      <dgm:t>
        <a:bodyPr/>
        <a:lstStyle/>
        <a:p>
          <a:endParaRPr lang="en-US"/>
        </a:p>
      </dgm:t>
    </dgm:pt>
    <dgm:pt modelId="{7B98FC14-ED98-6445-8B38-EADF218EBB83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Referrals (</a:t>
          </a:r>
          <a:r>
            <a:rPr lang="en-US" dirty="0" err="1"/>
            <a:t>niet</a:t>
          </a:r>
          <a:r>
            <a:rPr lang="en-US" dirty="0"/>
            <a:t> CC)</a:t>
          </a:r>
        </a:p>
      </dgm:t>
    </dgm:pt>
    <dgm:pt modelId="{352EA2A4-34D4-BE4D-B951-027AD3AEDF3A}" type="parTrans" cxnId="{53AA70A3-FBC0-AE4A-91B7-498752F606AD}">
      <dgm:prSet/>
      <dgm:spPr/>
      <dgm:t>
        <a:bodyPr/>
        <a:lstStyle/>
        <a:p>
          <a:endParaRPr lang="en-US"/>
        </a:p>
      </dgm:t>
    </dgm:pt>
    <dgm:pt modelId="{B46120DE-C10A-E144-BC84-CD9BDC52111C}" type="sibTrans" cxnId="{53AA70A3-FBC0-AE4A-91B7-498752F606AD}">
      <dgm:prSet/>
      <dgm:spPr/>
      <dgm:t>
        <a:bodyPr/>
        <a:lstStyle/>
        <a:p>
          <a:endParaRPr lang="en-US"/>
        </a:p>
      </dgm:t>
    </dgm:pt>
    <dgm:pt modelId="{7B28BC3B-4D8E-6D4E-B15B-7C63FAE450EE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...</a:t>
          </a:r>
        </a:p>
      </dgm:t>
    </dgm:pt>
    <dgm:pt modelId="{D44B66F4-020B-EE44-9B0C-A231254E3B42}" type="parTrans" cxnId="{3110DDDB-1508-0348-81C4-38770102A712}">
      <dgm:prSet/>
      <dgm:spPr/>
      <dgm:t>
        <a:bodyPr/>
        <a:lstStyle/>
        <a:p>
          <a:endParaRPr lang="en-US"/>
        </a:p>
      </dgm:t>
    </dgm:pt>
    <dgm:pt modelId="{454C0C65-9318-7943-9BB0-38137E7674B2}" type="sibTrans" cxnId="{3110DDDB-1508-0348-81C4-38770102A712}">
      <dgm:prSet/>
      <dgm:spPr/>
      <dgm:t>
        <a:bodyPr/>
        <a:lstStyle/>
        <a:p>
          <a:endParaRPr lang="en-US"/>
        </a:p>
      </dgm:t>
    </dgm:pt>
    <dgm:pt modelId="{13A24DD0-A8D6-5548-87D9-162AED31AF77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email</a:t>
          </a:r>
        </a:p>
      </dgm:t>
    </dgm:pt>
    <dgm:pt modelId="{FD947241-CB0D-7743-A47B-82DF32DF463F}" type="parTrans" cxnId="{83DB6CB6-A67F-BC4A-AA7C-AD8FEEF3B3E1}">
      <dgm:prSet/>
      <dgm:spPr/>
      <dgm:t>
        <a:bodyPr/>
        <a:lstStyle/>
        <a:p>
          <a:endParaRPr lang="en-US"/>
        </a:p>
      </dgm:t>
    </dgm:pt>
    <dgm:pt modelId="{C6B81F52-1E2B-1C41-A04F-30AE2222CA4A}" type="sibTrans" cxnId="{83DB6CB6-A67F-BC4A-AA7C-AD8FEEF3B3E1}">
      <dgm:prSet/>
      <dgm:spPr/>
      <dgm:t>
        <a:bodyPr/>
        <a:lstStyle/>
        <a:p>
          <a:endParaRPr lang="en-US"/>
        </a:p>
      </dgm:t>
    </dgm:pt>
    <dgm:pt modelId="{76AD2F09-8632-4343-BB70-E572CBAD5F81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eigen sites referrals</a:t>
          </a:r>
        </a:p>
      </dgm:t>
    </dgm:pt>
    <dgm:pt modelId="{F728B605-C562-E54E-9FA9-DA20976DD245}" type="parTrans" cxnId="{DE92897E-3F79-1C43-AADD-8326535CC9C2}">
      <dgm:prSet/>
      <dgm:spPr/>
      <dgm:t>
        <a:bodyPr/>
        <a:lstStyle/>
        <a:p>
          <a:endParaRPr lang="en-US"/>
        </a:p>
      </dgm:t>
    </dgm:pt>
    <dgm:pt modelId="{07E9CA0A-11EA-D342-A7BB-51E6EE0EAE26}" type="sibTrans" cxnId="{DE92897E-3F79-1C43-AADD-8326535CC9C2}">
      <dgm:prSet/>
      <dgm:spPr/>
      <dgm:t>
        <a:bodyPr/>
        <a:lstStyle/>
        <a:p>
          <a:endParaRPr lang="en-US"/>
        </a:p>
      </dgm:t>
    </dgm:pt>
    <dgm:pt modelId="{BECDD78B-7DED-F84F-8B67-25183B58E121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Chatbot</a:t>
          </a:r>
        </a:p>
      </dgm:t>
    </dgm:pt>
    <dgm:pt modelId="{C2EA359F-9628-8441-B465-AD7E2E8A3351}" type="parTrans" cxnId="{4787B65A-C9C4-1048-AA94-53E410D83596}">
      <dgm:prSet/>
      <dgm:spPr/>
      <dgm:t>
        <a:bodyPr/>
        <a:lstStyle/>
        <a:p>
          <a:endParaRPr lang="en-US"/>
        </a:p>
      </dgm:t>
    </dgm:pt>
    <dgm:pt modelId="{79FC1A3A-5DF3-2743-B70C-6B4F2E78E383}" type="sibTrans" cxnId="{4787B65A-C9C4-1048-AA94-53E410D83596}">
      <dgm:prSet/>
      <dgm:spPr/>
      <dgm:t>
        <a:bodyPr/>
        <a:lstStyle/>
        <a:p>
          <a:endParaRPr lang="en-US"/>
        </a:p>
      </dgm:t>
    </dgm:pt>
    <dgm:pt modelId="{049271C9-1BDE-1741-8CD8-0F8F496A32FE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Direct</a:t>
          </a:r>
        </a:p>
      </dgm:t>
    </dgm:pt>
    <dgm:pt modelId="{6D2D1C75-5733-2E44-8FB0-77311BC7C8DD}" type="parTrans" cxnId="{4C49323E-F496-1D4B-B993-6CFDF477915D}">
      <dgm:prSet/>
      <dgm:spPr/>
      <dgm:t>
        <a:bodyPr/>
        <a:lstStyle/>
        <a:p>
          <a:endParaRPr lang="en-US"/>
        </a:p>
      </dgm:t>
    </dgm:pt>
    <dgm:pt modelId="{5E40D14D-2635-F34B-9DEB-FC2A68340662}" type="sibTrans" cxnId="{4C49323E-F496-1D4B-B993-6CFDF477915D}">
      <dgm:prSet/>
      <dgm:spPr/>
      <dgm:t>
        <a:bodyPr/>
        <a:lstStyle/>
        <a:p>
          <a:endParaRPr lang="en-US"/>
        </a:p>
      </dgm:t>
    </dgm:pt>
    <dgm:pt modelId="{93162072-0ECC-6D45-9A34-232197422C46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…</a:t>
          </a:r>
        </a:p>
      </dgm:t>
    </dgm:pt>
    <dgm:pt modelId="{6D514364-84B4-0E40-B164-5BB8FFAF8265}" type="parTrans" cxnId="{89AC6917-3FAC-194A-A3E3-2634DC339D34}">
      <dgm:prSet/>
      <dgm:spPr/>
      <dgm:t>
        <a:bodyPr/>
        <a:lstStyle/>
        <a:p>
          <a:endParaRPr lang="en-US"/>
        </a:p>
      </dgm:t>
    </dgm:pt>
    <dgm:pt modelId="{D43AD3F7-43D6-2643-83AB-BA78BA5FC359}" type="sibTrans" cxnId="{89AC6917-3FAC-194A-A3E3-2634DC339D34}">
      <dgm:prSet/>
      <dgm:spPr/>
      <dgm:t>
        <a:bodyPr/>
        <a:lstStyle/>
        <a:p>
          <a:endParaRPr lang="en-US"/>
        </a:p>
      </dgm:t>
    </dgm:pt>
    <dgm:pt modelId="{BE2B6DCA-2C0B-434B-AFBD-5A9BA77AE574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b="0" dirty="0"/>
            <a:t>social</a:t>
          </a:r>
        </a:p>
      </dgm:t>
    </dgm:pt>
    <dgm:pt modelId="{CA39D6CC-4919-054F-89CA-02AFF3C2BDA6}" type="parTrans" cxnId="{6F342A7A-FF60-D246-AB39-7EAE9CB8679F}">
      <dgm:prSet/>
      <dgm:spPr/>
      <dgm:t>
        <a:bodyPr/>
        <a:lstStyle/>
        <a:p>
          <a:endParaRPr lang="en-US"/>
        </a:p>
      </dgm:t>
    </dgm:pt>
    <dgm:pt modelId="{7B96F2CE-0B41-9840-965B-BDA88862DB9D}" type="sibTrans" cxnId="{6F342A7A-FF60-D246-AB39-7EAE9CB8679F}">
      <dgm:prSet/>
      <dgm:spPr/>
      <dgm:t>
        <a:bodyPr/>
        <a:lstStyle/>
        <a:p>
          <a:endParaRPr lang="en-US"/>
        </a:p>
      </dgm:t>
    </dgm:pt>
    <dgm:pt modelId="{ADEB8218-40FF-C548-8E73-D68E7E3B7F59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&gt; </a:t>
          </a:r>
          <a:r>
            <a:rPr lang="en-US" dirty="0" err="1"/>
            <a:t>facebook</a:t>
          </a:r>
          <a:endParaRPr lang="en-US" dirty="0"/>
        </a:p>
      </dgm:t>
    </dgm:pt>
    <dgm:pt modelId="{864C5C49-D119-0A42-9E93-6587FCDC999E}" type="parTrans" cxnId="{C019ABD7-01F1-D643-82AF-48D39623E53E}">
      <dgm:prSet/>
      <dgm:spPr/>
      <dgm:t>
        <a:bodyPr/>
        <a:lstStyle/>
        <a:p>
          <a:endParaRPr lang="en-US"/>
        </a:p>
      </dgm:t>
    </dgm:pt>
    <dgm:pt modelId="{8D26A828-7B70-CE4F-846D-231A7C8CFC12}" type="sibTrans" cxnId="{C019ABD7-01F1-D643-82AF-48D39623E53E}">
      <dgm:prSet/>
      <dgm:spPr/>
      <dgm:t>
        <a:bodyPr/>
        <a:lstStyle/>
        <a:p>
          <a:endParaRPr lang="en-US"/>
        </a:p>
      </dgm:t>
    </dgm:pt>
    <dgm:pt modelId="{5A109906-6373-C44F-A85C-FF649CBCB314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&gt; </a:t>
          </a:r>
          <a:r>
            <a:rPr lang="en-US" dirty="0" err="1"/>
            <a:t>linkedin</a:t>
          </a:r>
          <a:endParaRPr lang="en-US" dirty="0"/>
        </a:p>
      </dgm:t>
    </dgm:pt>
    <dgm:pt modelId="{5C0C9747-DB1B-E54F-A166-DC8B904FF88B}" type="parTrans" cxnId="{D44BA514-9644-AD4E-9845-906F71C9D238}">
      <dgm:prSet/>
      <dgm:spPr/>
      <dgm:t>
        <a:bodyPr/>
        <a:lstStyle/>
        <a:p>
          <a:endParaRPr lang="en-US"/>
        </a:p>
      </dgm:t>
    </dgm:pt>
    <dgm:pt modelId="{05EA9E49-88AD-0A41-A73D-6776B1975E3D}" type="sibTrans" cxnId="{D44BA514-9644-AD4E-9845-906F71C9D238}">
      <dgm:prSet/>
      <dgm:spPr/>
      <dgm:t>
        <a:bodyPr/>
        <a:lstStyle/>
        <a:p>
          <a:endParaRPr lang="en-US"/>
        </a:p>
      </dgm:t>
    </dgm:pt>
    <dgm:pt modelId="{DC921D43-5284-C645-9313-000BC532F326}">
      <dgm:prSet phldrT="[Text]"/>
      <dgm:spPr>
        <a:ln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</a:ln>
      </dgm:spPr>
      <dgm:t>
        <a:bodyPr/>
        <a:lstStyle/>
        <a:p>
          <a:r>
            <a:rPr lang="en-US" dirty="0"/>
            <a:t>&gt; twitter</a:t>
          </a:r>
        </a:p>
      </dgm:t>
    </dgm:pt>
    <dgm:pt modelId="{57DC42D3-2B7F-2043-ABAD-B37C29BF974F}" type="parTrans" cxnId="{D329DCFC-E990-0B45-9038-3CE9B831847C}">
      <dgm:prSet/>
      <dgm:spPr/>
      <dgm:t>
        <a:bodyPr/>
        <a:lstStyle/>
        <a:p>
          <a:endParaRPr lang="en-US"/>
        </a:p>
      </dgm:t>
    </dgm:pt>
    <dgm:pt modelId="{F548D193-2BEF-EF46-A15E-9389E1CA3E1D}" type="sibTrans" cxnId="{D329DCFC-E990-0B45-9038-3CE9B831847C}">
      <dgm:prSet/>
      <dgm:spPr/>
      <dgm:t>
        <a:bodyPr/>
        <a:lstStyle/>
        <a:p>
          <a:endParaRPr lang="en-US"/>
        </a:p>
      </dgm:t>
    </dgm:pt>
    <dgm:pt modelId="{33403982-5F40-E74F-8A57-4F5CC896A29E}" type="pres">
      <dgm:prSet presAssocID="{454BFD18-77D8-2E4C-8432-2472B6CDD38B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8D2786C-6D8D-2147-93D4-EB2B8D120F43}" type="pres">
      <dgm:prSet presAssocID="{454BFD18-77D8-2E4C-8432-2472B6CDD38B}" presName="children" presStyleCnt="0"/>
      <dgm:spPr/>
    </dgm:pt>
    <dgm:pt modelId="{29C2DD64-5ABF-1247-8322-6C86BC7CC25C}" type="pres">
      <dgm:prSet presAssocID="{454BFD18-77D8-2E4C-8432-2472B6CDD38B}" presName="child2group" presStyleCnt="0"/>
      <dgm:spPr/>
    </dgm:pt>
    <dgm:pt modelId="{605EFE59-5FF7-FA44-96E1-CA15CDBC72FD}" type="pres">
      <dgm:prSet presAssocID="{454BFD18-77D8-2E4C-8432-2472B6CDD38B}" presName="child2" presStyleLbl="bgAcc1" presStyleIdx="0" presStyleCnt="3"/>
      <dgm:spPr/>
    </dgm:pt>
    <dgm:pt modelId="{CE8A0BF2-8F33-5443-8904-C523930668BF}" type="pres">
      <dgm:prSet presAssocID="{454BFD18-77D8-2E4C-8432-2472B6CDD38B}" presName="child2Text" presStyleLbl="bgAcc1" presStyleIdx="0" presStyleCnt="3">
        <dgm:presLayoutVars>
          <dgm:bulletEnabled val="1"/>
        </dgm:presLayoutVars>
      </dgm:prSet>
      <dgm:spPr/>
    </dgm:pt>
    <dgm:pt modelId="{F98A6058-876A-8D47-86B4-AB40E3205D0D}" type="pres">
      <dgm:prSet presAssocID="{454BFD18-77D8-2E4C-8432-2472B6CDD38B}" presName="child3group" presStyleCnt="0"/>
      <dgm:spPr/>
    </dgm:pt>
    <dgm:pt modelId="{0AA22374-D5A6-6B4C-83FE-EE74D2D6532C}" type="pres">
      <dgm:prSet presAssocID="{454BFD18-77D8-2E4C-8432-2472B6CDD38B}" presName="child3" presStyleLbl="bgAcc1" presStyleIdx="1" presStyleCnt="3" custLinFactNeighborX="12884"/>
      <dgm:spPr/>
    </dgm:pt>
    <dgm:pt modelId="{2908EC4E-2FDD-4440-8417-EE0B0FF0A2D0}" type="pres">
      <dgm:prSet presAssocID="{454BFD18-77D8-2E4C-8432-2472B6CDD38B}" presName="child3Text" presStyleLbl="bgAcc1" presStyleIdx="1" presStyleCnt="3">
        <dgm:presLayoutVars>
          <dgm:bulletEnabled val="1"/>
        </dgm:presLayoutVars>
      </dgm:prSet>
      <dgm:spPr/>
    </dgm:pt>
    <dgm:pt modelId="{90716EF9-A566-D64A-936C-8441CD344A22}" type="pres">
      <dgm:prSet presAssocID="{454BFD18-77D8-2E4C-8432-2472B6CDD38B}" presName="child4group" presStyleCnt="0"/>
      <dgm:spPr/>
    </dgm:pt>
    <dgm:pt modelId="{311E813A-9B99-3D46-A59F-E2DFD61BE5F1}" type="pres">
      <dgm:prSet presAssocID="{454BFD18-77D8-2E4C-8432-2472B6CDD38B}" presName="child4" presStyleLbl="bgAcc1" presStyleIdx="2" presStyleCnt="3"/>
      <dgm:spPr/>
    </dgm:pt>
    <dgm:pt modelId="{F6417AF1-E9A8-244B-96B4-70EDF9E61750}" type="pres">
      <dgm:prSet presAssocID="{454BFD18-77D8-2E4C-8432-2472B6CDD38B}" presName="child4Text" presStyleLbl="bgAcc1" presStyleIdx="2" presStyleCnt="3">
        <dgm:presLayoutVars>
          <dgm:bulletEnabled val="1"/>
        </dgm:presLayoutVars>
      </dgm:prSet>
      <dgm:spPr/>
    </dgm:pt>
    <dgm:pt modelId="{44182663-8849-9344-85B3-20C4CF897D3E}" type="pres">
      <dgm:prSet presAssocID="{454BFD18-77D8-2E4C-8432-2472B6CDD38B}" presName="childPlaceholder" presStyleCnt="0"/>
      <dgm:spPr/>
    </dgm:pt>
    <dgm:pt modelId="{3FCE7B81-D985-124E-9224-DC9B4B6153E0}" type="pres">
      <dgm:prSet presAssocID="{454BFD18-77D8-2E4C-8432-2472B6CDD38B}" presName="circle" presStyleCnt="0"/>
      <dgm:spPr/>
    </dgm:pt>
    <dgm:pt modelId="{E6307430-48D8-A74F-A91C-CAD25D568FE7}" type="pres">
      <dgm:prSet presAssocID="{454BFD18-77D8-2E4C-8432-2472B6CDD38B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73E853C-54FB-3848-B6AB-D954F2850070}" type="pres">
      <dgm:prSet presAssocID="{454BFD18-77D8-2E4C-8432-2472B6CDD38B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3E99C15-644C-AD48-B000-D63D90EBDA04}" type="pres">
      <dgm:prSet presAssocID="{454BFD18-77D8-2E4C-8432-2472B6CDD38B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647EECAE-D363-5C4A-8412-C8E2D7EEF00A}" type="pres">
      <dgm:prSet presAssocID="{454BFD18-77D8-2E4C-8432-2472B6CDD38B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93C270D7-6CF0-154E-A44A-9845B37C090A}" type="pres">
      <dgm:prSet presAssocID="{454BFD18-77D8-2E4C-8432-2472B6CDD38B}" presName="quadrantPlaceholder" presStyleCnt="0"/>
      <dgm:spPr/>
    </dgm:pt>
    <dgm:pt modelId="{3232E8AF-F54A-2346-B45F-6D9A0520FCAC}" type="pres">
      <dgm:prSet presAssocID="{454BFD18-77D8-2E4C-8432-2472B6CDD38B}" presName="center1" presStyleLbl="fgShp" presStyleIdx="0" presStyleCnt="2"/>
      <dgm:spPr>
        <a:noFill/>
        <a:ln>
          <a:noFill/>
        </a:ln>
      </dgm:spPr>
    </dgm:pt>
    <dgm:pt modelId="{57A2B765-6466-EF48-BF57-E7977CEDAD0E}" type="pres">
      <dgm:prSet presAssocID="{454BFD18-77D8-2E4C-8432-2472B6CDD38B}" presName="center2" presStyleLbl="fgShp" presStyleIdx="1" presStyleCnt="2"/>
      <dgm:spPr>
        <a:noFill/>
        <a:ln>
          <a:noFill/>
        </a:ln>
      </dgm:spPr>
    </dgm:pt>
  </dgm:ptLst>
  <dgm:cxnLst>
    <dgm:cxn modelId="{8F435411-BBEE-974A-B50C-5837978E455F}" type="presOf" srcId="{76AD2F09-8632-4343-BB70-E572CBAD5F81}" destId="{F6417AF1-E9A8-244B-96B4-70EDF9E61750}" srcOrd="1" destOrd="1" presId="urn:microsoft.com/office/officeart/2005/8/layout/cycle4"/>
    <dgm:cxn modelId="{D44BA514-9644-AD4E-9845-906F71C9D238}" srcId="{BE2B6DCA-2C0B-434B-AFBD-5A9BA77AE574}" destId="{5A109906-6373-C44F-A85C-FF649CBCB314}" srcOrd="1" destOrd="0" parTransId="{5C0C9747-DB1B-E54F-A166-DC8B904FF88B}" sibTransId="{05EA9E49-88AD-0A41-A73D-6776B1975E3D}"/>
    <dgm:cxn modelId="{89AC6917-3FAC-194A-A3E3-2634DC339D34}" srcId="{6C4F7183-8F05-464C-8C0C-F5F15120DE56}" destId="{93162072-0ECC-6D45-9A34-232197422C46}" srcOrd="4" destOrd="0" parTransId="{6D514364-84B4-0E40-B164-5BB8FFAF8265}" sibTransId="{D43AD3F7-43D6-2643-83AB-BA78BA5FC359}"/>
    <dgm:cxn modelId="{E5935218-D2DE-A543-B5A1-1BFB91306CDA}" type="presOf" srcId="{454BFD18-77D8-2E4C-8432-2472B6CDD38B}" destId="{33403982-5F40-E74F-8A57-4F5CC896A29E}" srcOrd="0" destOrd="0" presId="urn:microsoft.com/office/officeart/2005/8/layout/cycle4"/>
    <dgm:cxn modelId="{AE49E41B-AEED-1148-ADF8-8AD569FB52F2}" type="presOf" srcId="{93162072-0ECC-6D45-9A34-232197422C46}" destId="{F6417AF1-E9A8-244B-96B4-70EDF9E61750}" srcOrd="1" destOrd="4" presId="urn:microsoft.com/office/officeart/2005/8/layout/cycle4"/>
    <dgm:cxn modelId="{3F83CA1F-3F42-6C48-973D-E15C1D438644}" type="presOf" srcId="{13A24DD0-A8D6-5548-87D9-162AED31AF77}" destId="{F6417AF1-E9A8-244B-96B4-70EDF9E61750}" srcOrd="1" destOrd="0" presId="urn:microsoft.com/office/officeart/2005/8/layout/cycle4"/>
    <dgm:cxn modelId="{4D09F920-8D4C-D64F-9A92-9CA84AC863C6}" type="presOf" srcId="{ADEB8218-40FF-C548-8E73-D68E7E3B7F59}" destId="{2908EC4E-2FDD-4440-8417-EE0B0FF0A2D0}" srcOrd="1" destOrd="1" presId="urn:microsoft.com/office/officeart/2005/8/layout/cycle4"/>
    <dgm:cxn modelId="{1343842E-F15D-654F-9D2A-ED166CCA3EDF}" type="presOf" srcId="{6C4F7183-8F05-464C-8C0C-F5F15120DE56}" destId="{647EECAE-D363-5C4A-8412-C8E2D7EEF00A}" srcOrd="0" destOrd="0" presId="urn:microsoft.com/office/officeart/2005/8/layout/cycle4"/>
    <dgm:cxn modelId="{3DE0B02F-6D11-2144-B808-F96CA7118D24}" type="presOf" srcId="{ADEB8218-40FF-C548-8E73-D68E7E3B7F59}" destId="{0AA22374-D5A6-6B4C-83FE-EE74D2D6532C}" srcOrd="0" destOrd="1" presId="urn:microsoft.com/office/officeart/2005/8/layout/cycle4"/>
    <dgm:cxn modelId="{26D06836-7F29-3F47-8AFC-7CA0F6E33E6B}" type="presOf" srcId="{DC921D43-5284-C645-9313-000BC532F326}" destId="{2908EC4E-2FDD-4440-8417-EE0B0FF0A2D0}" srcOrd="1" destOrd="3" presId="urn:microsoft.com/office/officeart/2005/8/layout/cycle4"/>
    <dgm:cxn modelId="{D637FF36-AB90-AA47-B08D-F600F18C566C}" type="presOf" srcId="{13A24DD0-A8D6-5548-87D9-162AED31AF77}" destId="{311E813A-9B99-3D46-A59F-E2DFD61BE5F1}" srcOrd="0" destOrd="0" presId="urn:microsoft.com/office/officeart/2005/8/layout/cycle4"/>
    <dgm:cxn modelId="{885DE43B-D653-2845-86E5-8237344BA708}" srcId="{B714FB0B-A917-2D40-9D20-89C09D4AE158}" destId="{1CB03394-D648-9C4F-AB70-9933D27C40FF}" srcOrd="0" destOrd="0" parTransId="{E497BF13-9428-A140-BF14-189A32C7E71D}" sibTransId="{84D80381-6B46-4F4F-8A04-F391CA688198}"/>
    <dgm:cxn modelId="{4C49323E-F496-1D4B-B993-6CFDF477915D}" srcId="{6C4F7183-8F05-464C-8C0C-F5F15120DE56}" destId="{049271C9-1BDE-1741-8CD8-0F8F496A32FE}" srcOrd="3" destOrd="0" parTransId="{6D2D1C75-5733-2E44-8FB0-77311BC7C8DD}" sibTransId="{5E40D14D-2635-F34B-9DEB-FC2A68340662}"/>
    <dgm:cxn modelId="{6756C440-8BE1-5945-B777-3B176E17547C}" type="presOf" srcId="{049271C9-1BDE-1741-8CD8-0F8F496A32FE}" destId="{311E813A-9B99-3D46-A59F-E2DFD61BE5F1}" srcOrd="0" destOrd="3" presId="urn:microsoft.com/office/officeart/2005/8/layout/cycle4"/>
    <dgm:cxn modelId="{996CE048-CEB8-F845-9D81-230E0C534A64}" type="presOf" srcId="{1CB03394-D648-9C4F-AB70-9933D27C40FF}" destId="{605EFE59-5FF7-FA44-96E1-CA15CDBC72FD}" srcOrd="0" destOrd="0" presId="urn:microsoft.com/office/officeart/2005/8/layout/cycle4"/>
    <dgm:cxn modelId="{39B7A04F-9446-0C46-BCF8-FB3C063F411E}" type="presOf" srcId="{7B28BC3B-4D8E-6D4E-B15B-7C63FAE450EE}" destId="{CE8A0BF2-8F33-5443-8904-C523930668BF}" srcOrd="1" destOrd="2" presId="urn:microsoft.com/office/officeart/2005/8/layout/cycle4"/>
    <dgm:cxn modelId="{4787B65A-C9C4-1048-AA94-53E410D83596}" srcId="{6C4F7183-8F05-464C-8C0C-F5F15120DE56}" destId="{BECDD78B-7DED-F84F-8B67-25183B58E121}" srcOrd="2" destOrd="0" parTransId="{C2EA359F-9628-8441-B465-AD7E2E8A3351}" sibTransId="{79FC1A3A-5DF3-2743-B70C-6B4F2E78E383}"/>
    <dgm:cxn modelId="{8BC39866-0C65-A944-8424-10EBAAF42CB9}" type="presOf" srcId="{5A109906-6373-C44F-A85C-FF649CBCB314}" destId="{2908EC4E-2FDD-4440-8417-EE0B0FF0A2D0}" srcOrd="1" destOrd="2" presId="urn:microsoft.com/office/officeart/2005/8/layout/cycle4"/>
    <dgm:cxn modelId="{BD56B66C-C6D9-7248-AA17-4A7AE5900E4C}" type="presOf" srcId="{697B36DE-AB42-6944-BF6F-DFD619499A34}" destId="{23E99C15-644C-AD48-B000-D63D90EBDA04}" srcOrd="0" destOrd="0" presId="urn:microsoft.com/office/officeart/2005/8/layout/cycle4"/>
    <dgm:cxn modelId="{1528F679-9CD7-FF45-9E3A-1C6ECD000FBB}" type="presOf" srcId="{049271C9-1BDE-1741-8CD8-0F8F496A32FE}" destId="{F6417AF1-E9A8-244B-96B4-70EDF9E61750}" srcOrd="1" destOrd="3" presId="urn:microsoft.com/office/officeart/2005/8/layout/cycle4"/>
    <dgm:cxn modelId="{6F342A7A-FF60-D246-AB39-7EAE9CB8679F}" srcId="{697B36DE-AB42-6944-BF6F-DFD619499A34}" destId="{BE2B6DCA-2C0B-434B-AFBD-5A9BA77AE574}" srcOrd="0" destOrd="0" parTransId="{CA39D6CC-4919-054F-89CA-02AFF3C2BDA6}" sibTransId="{7B96F2CE-0B41-9840-965B-BDA88862DB9D}"/>
    <dgm:cxn modelId="{9B83FE7C-9AA4-8647-82EE-61FFD53CE7CC}" type="presOf" srcId="{BECDD78B-7DED-F84F-8B67-25183B58E121}" destId="{311E813A-9B99-3D46-A59F-E2DFD61BE5F1}" srcOrd="0" destOrd="2" presId="urn:microsoft.com/office/officeart/2005/8/layout/cycle4"/>
    <dgm:cxn modelId="{8351267E-F360-2448-B496-FD1F62C63002}" type="presOf" srcId="{F3B394A1-AE24-964D-9BBC-B742407586C3}" destId="{E6307430-48D8-A74F-A91C-CAD25D568FE7}" srcOrd="0" destOrd="0" presId="urn:microsoft.com/office/officeart/2005/8/layout/cycle4"/>
    <dgm:cxn modelId="{DE92897E-3F79-1C43-AADD-8326535CC9C2}" srcId="{6C4F7183-8F05-464C-8C0C-F5F15120DE56}" destId="{76AD2F09-8632-4343-BB70-E572CBAD5F81}" srcOrd="1" destOrd="0" parTransId="{F728B605-C562-E54E-9FA9-DA20976DD245}" sibTransId="{07E9CA0A-11EA-D342-A7BB-51E6EE0EAE26}"/>
    <dgm:cxn modelId="{8651B982-CF77-8C49-A6F5-15EEE0131EF6}" type="presOf" srcId="{B714FB0B-A917-2D40-9D20-89C09D4AE158}" destId="{D73E853C-54FB-3848-B6AB-D954F2850070}" srcOrd="0" destOrd="0" presId="urn:microsoft.com/office/officeart/2005/8/layout/cycle4"/>
    <dgm:cxn modelId="{0AB18A87-C907-EF4A-BB3C-FE81FF5980BC}" type="presOf" srcId="{76AD2F09-8632-4343-BB70-E572CBAD5F81}" destId="{311E813A-9B99-3D46-A59F-E2DFD61BE5F1}" srcOrd="0" destOrd="1" presId="urn:microsoft.com/office/officeart/2005/8/layout/cycle4"/>
    <dgm:cxn modelId="{C024EE8B-A8AE-CE41-A63B-3550D0208B83}" type="presOf" srcId="{7B98FC14-ED98-6445-8B38-EADF218EBB83}" destId="{605EFE59-5FF7-FA44-96E1-CA15CDBC72FD}" srcOrd="0" destOrd="1" presId="urn:microsoft.com/office/officeart/2005/8/layout/cycle4"/>
    <dgm:cxn modelId="{B744109B-A5D1-CB40-B679-89EA5523B8B5}" type="presOf" srcId="{1CB03394-D648-9C4F-AB70-9933D27C40FF}" destId="{CE8A0BF2-8F33-5443-8904-C523930668BF}" srcOrd="1" destOrd="0" presId="urn:microsoft.com/office/officeart/2005/8/layout/cycle4"/>
    <dgm:cxn modelId="{0491579D-26A4-DC44-A4FA-12D3E691C700}" srcId="{454BFD18-77D8-2E4C-8432-2472B6CDD38B}" destId="{697B36DE-AB42-6944-BF6F-DFD619499A34}" srcOrd="2" destOrd="0" parTransId="{A15DD9BD-C843-C74E-A37F-A45DDE2808AA}" sibTransId="{32E73E2D-706A-8744-AD72-D00CA6BD8E4A}"/>
    <dgm:cxn modelId="{53AA70A3-FBC0-AE4A-91B7-498752F606AD}" srcId="{B714FB0B-A917-2D40-9D20-89C09D4AE158}" destId="{7B98FC14-ED98-6445-8B38-EADF218EBB83}" srcOrd="1" destOrd="0" parTransId="{352EA2A4-34D4-BE4D-B951-027AD3AEDF3A}" sibTransId="{B46120DE-C10A-E144-BC84-CD9BDC52111C}"/>
    <dgm:cxn modelId="{83DB6CB6-A67F-BC4A-AA7C-AD8FEEF3B3E1}" srcId="{6C4F7183-8F05-464C-8C0C-F5F15120DE56}" destId="{13A24DD0-A8D6-5548-87D9-162AED31AF77}" srcOrd="0" destOrd="0" parTransId="{FD947241-CB0D-7743-A47B-82DF32DF463F}" sibTransId="{C6B81F52-1E2B-1C41-A04F-30AE2222CA4A}"/>
    <dgm:cxn modelId="{67A733B9-F885-4D4B-99D3-04F2921A7CF0}" srcId="{454BFD18-77D8-2E4C-8432-2472B6CDD38B}" destId="{F3B394A1-AE24-964D-9BBC-B742407586C3}" srcOrd="0" destOrd="0" parTransId="{3F2D140C-4D98-644B-9A52-F56863674D6D}" sibTransId="{8B2C1354-91B2-B74F-98A4-D097AED9DE09}"/>
    <dgm:cxn modelId="{9DFE39C0-E07D-5948-95CF-BF3B95B39382}" type="presOf" srcId="{BE2B6DCA-2C0B-434B-AFBD-5A9BA77AE574}" destId="{0AA22374-D5A6-6B4C-83FE-EE74D2D6532C}" srcOrd="0" destOrd="0" presId="urn:microsoft.com/office/officeart/2005/8/layout/cycle4"/>
    <dgm:cxn modelId="{44ADC1C1-2392-2143-BC1F-EC8C9C5341CD}" srcId="{454BFD18-77D8-2E4C-8432-2472B6CDD38B}" destId="{6C4F7183-8F05-464C-8C0C-F5F15120DE56}" srcOrd="3" destOrd="0" parTransId="{594A4322-46FC-C348-B088-21276A650EE4}" sibTransId="{AFCE7A8C-6FB2-184D-B9D5-DD1096F3EBC1}"/>
    <dgm:cxn modelId="{B141A2C5-7763-4F45-97B0-18580E727303}" type="presOf" srcId="{7B28BC3B-4D8E-6D4E-B15B-7C63FAE450EE}" destId="{605EFE59-5FF7-FA44-96E1-CA15CDBC72FD}" srcOrd="0" destOrd="2" presId="urn:microsoft.com/office/officeart/2005/8/layout/cycle4"/>
    <dgm:cxn modelId="{C019ABD7-01F1-D643-82AF-48D39623E53E}" srcId="{BE2B6DCA-2C0B-434B-AFBD-5A9BA77AE574}" destId="{ADEB8218-40FF-C548-8E73-D68E7E3B7F59}" srcOrd="0" destOrd="0" parTransId="{864C5C49-D119-0A42-9E93-6587FCDC999E}" sibTransId="{8D26A828-7B70-CE4F-846D-231A7C8CFC12}"/>
    <dgm:cxn modelId="{34CBBBD8-1CB1-4442-A4B4-B3D4019FB09F}" type="presOf" srcId="{5A109906-6373-C44F-A85C-FF649CBCB314}" destId="{0AA22374-D5A6-6B4C-83FE-EE74D2D6532C}" srcOrd="0" destOrd="2" presId="urn:microsoft.com/office/officeart/2005/8/layout/cycle4"/>
    <dgm:cxn modelId="{3110DDDB-1508-0348-81C4-38770102A712}" srcId="{B714FB0B-A917-2D40-9D20-89C09D4AE158}" destId="{7B28BC3B-4D8E-6D4E-B15B-7C63FAE450EE}" srcOrd="2" destOrd="0" parTransId="{D44B66F4-020B-EE44-9B0C-A231254E3B42}" sibTransId="{454C0C65-9318-7943-9BB0-38137E7674B2}"/>
    <dgm:cxn modelId="{8AAA24DD-AAAE-8D49-AB68-66AC72FC155C}" type="presOf" srcId="{93162072-0ECC-6D45-9A34-232197422C46}" destId="{311E813A-9B99-3D46-A59F-E2DFD61BE5F1}" srcOrd="0" destOrd="4" presId="urn:microsoft.com/office/officeart/2005/8/layout/cycle4"/>
    <dgm:cxn modelId="{57884DDD-F5DC-EE4B-B31A-C3A6E46E8EB5}" type="presOf" srcId="{BECDD78B-7DED-F84F-8B67-25183B58E121}" destId="{F6417AF1-E9A8-244B-96B4-70EDF9E61750}" srcOrd="1" destOrd="2" presId="urn:microsoft.com/office/officeart/2005/8/layout/cycle4"/>
    <dgm:cxn modelId="{F92972E1-0B34-284A-9206-965D25620BDA}" type="presOf" srcId="{BE2B6DCA-2C0B-434B-AFBD-5A9BA77AE574}" destId="{2908EC4E-2FDD-4440-8417-EE0B0FF0A2D0}" srcOrd="1" destOrd="0" presId="urn:microsoft.com/office/officeart/2005/8/layout/cycle4"/>
    <dgm:cxn modelId="{3BE2F7E1-045E-D845-B194-696007390154}" srcId="{454BFD18-77D8-2E4C-8432-2472B6CDD38B}" destId="{B714FB0B-A917-2D40-9D20-89C09D4AE158}" srcOrd="1" destOrd="0" parTransId="{AABF9DDE-724D-4B42-9F37-FD7E3D5E008E}" sibTransId="{24E3B0B3-7DD6-AC4F-839C-6773B1B41DFC}"/>
    <dgm:cxn modelId="{81D22CEB-A3A4-D241-9046-AD4D0FE02242}" type="presOf" srcId="{DC921D43-5284-C645-9313-000BC532F326}" destId="{0AA22374-D5A6-6B4C-83FE-EE74D2D6532C}" srcOrd="0" destOrd="3" presId="urn:microsoft.com/office/officeart/2005/8/layout/cycle4"/>
    <dgm:cxn modelId="{9D437CF6-AD94-9749-AC9C-39581D841A01}" type="presOf" srcId="{7B98FC14-ED98-6445-8B38-EADF218EBB83}" destId="{CE8A0BF2-8F33-5443-8904-C523930668BF}" srcOrd="1" destOrd="1" presId="urn:microsoft.com/office/officeart/2005/8/layout/cycle4"/>
    <dgm:cxn modelId="{D329DCFC-E990-0B45-9038-3CE9B831847C}" srcId="{BE2B6DCA-2C0B-434B-AFBD-5A9BA77AE574}" destId="{DC921D43-5284-C645-9313-000BC532F326}" srcOrd="2" destOrd="0" parTransId="{57DC42D3-2B7F-2043-ABAD-B37C29BF974F}" sibTransId="{F548D193-2BEF-EF46-A15E-9389E1CA3E1D}"/>
    <dgm:cxn modelId="{8CCA1E96-27A9-BA41-BF9F-097BB3BBBA8F}" type="presParOf" srcId="{33403982-5F40-E74F-8A57-4F5CC896A29E}" destId="{08D2786C-6D8D-2147-93D4-EB2B8D120F43}" srcOrd="0" destOrd="0" presId="urn:microsoft.com/office/officeart/2005/8/layout/cycle4"/>
    <dgm:cxn modelId="{53743F9C-0996-834C-A0C8-D3CAC2492C74}" type="presParOf" srcId="{08D2786C-6D8D-2147-93D4-EB2B8D120F43}" destId="{29C2DD64-5ABF-1247-8322-6C86BC7CC25C}" srcOrd="0" destOrd="0" presId="urn:microsoft.com/office/officeart/2005/8/layout/cycle4"/>
    <dgm:cxn modelId="{CA5FE108-EE73-6E43-B830-E99910CE3073}" type="presParOf" srcId="{29C2DD64-5ABF-1247-8322-6C86BC7CC25C}" destId="{605EFE59-5FF7-FA44-96E1-CA15CDBC72FD}" srcOrd="0" destOrd="0" presId="urn:microsoft.com/office/officeart/2005/8/layout/cycle4"/>
    <dgm:cxn modelId="{E4C53AEC-3B0E-A542-AD30-F5C829FC28C9}" type="presParOf" srcId="{29C2DD64-5ABF-1247-8322-6C86BC7CC25C}" destId="{CE8A0BF2-8F33-5443-8904-C523930668BF}" srcOrd="1" destOrd="0" presId="urn:microsoft.com/office/officeart/2005/8/layout/cycle4"/>
    <dgm:cxn modelId="{0A5B71EE-CAB8-CE44-B56E-09BABEE6BF70}" type="presParOf" srcId="{08D2786C-6D8D-2147-93D4-EB2B8D120F43}" destId="{F98A6058-876A-8D47-86B4-AB40E3205D0D}" srcOrd="1" destOrd="0" presId="urn:microsoft.com/office/officeart/2005/8/layout/cycle4"/>
    <dgm:cxn modelId="{3DC1C942-FCB1-9A42-BE16-F0D6B337D1BD}" type="presParOf" srcId="{F98A6058-876A-8D47-86B4-AB40E3205D0D}" destId="{0AA22374-D5A6-6B4C-83FE-EE74D2D6532C}" srcOrd="0" destOrd="0" presId="urn:microsoft.com/office/officeart/2005/8/layout/cycle4"/>
    <dgm:cxn modelId="{0E02E5E3-0BFB-CA45-BA62-71A6336D6782}" type="presParOf" srcId="{F98A6058-876A-8D47-86B4-AB40E3205D0D}" destId="{2908EC4E-2FDD-4440-8417-EE0B0FF0A2D0}" srcOrd="1" destOrd="0" presId="urn:microsoft.com/office/officeart/2005/8/layout/cycle4"/>
    <dgm:cxn modelId="{AC097B76-74F8-9649-BF4C-F5B05C74B1EA}" type="presParOf" srcId="{08D2786C-6D8D-2147-93D4-EB2B8D120F43}" destId="{90716EF9-A566-D64A-936C-8441CD344A22}" srcOrd="2" destOrd="0" presId="urn:microsoft.com/office/officeart/2005/8/layout/cycle4"/>
    <dgm:cxn modelId="{6280CA6F-2177-3B4F-8DD2-757B40F2F702}" type="presParOf" srcId="{90716EF9-A566-D64A-936C-8441CD344A22}" destId="{311E813A-9B99-3D46-A59F-E2DFD61BE5F1}" srcOrd="0" destOrd="0" presId="urn:microsoft.com/office/officeart/2005/8/layout/cycle4"/>
    <dgm:cxn modelId="{A0603D18-FA52-674A-86B3-739339E2CD34}" type="presParOf" srcId="{90716EF9-A566-D64A-936C-8441CD344A22}" destId="{F6417AF1-E9A8-244B-96B4-70EDF9E61750}" srcOrd="1" destOrd="0" presId="urn:microsoft.com/office/officeart/2005/8/layout/cycle4"/>
    <dgm:cxn modelId="{92E3E4E4-9A4D-D941-A3D6-140441D64D59}" type="presParOf" srcId="{08D2786C-6D8D-2147-93D4-EB2B8D120F43}" destId="{44182663-8849-9344-85B3-20C4CF897D3E}" srcOrd="3" destOrd="0" presId="urn:microsoft.com/office/officeart/2005/8/layout/cycle4"/>
    <dgm:cxn modelId="{DC005FA8-19E3-944E-8D69-5C6F31C65A3F}" type="presParOf" srcId="{33403982-5F40-E74F-8A57-4F5CC896A29E}" destId="{3FCE7B81-D985-124E-9224-DC9B4B6153E0}" srcOrd="1" destOrd="0" presId="urn:microsoft.com/office/officeart/2005/8/layout/cycle4"/>
    <dgm:cxn modelId="{3A68E437-78D7-DA4A-A72A-69ABC075A66F}" type="presParOf" srcId="{3FCE7B81-D985-124E-9224-DC9B4B6153E0}" destId="{E6307430-48D8-A74F-A91C-CAD25D568FE7}" srcOrd="0" destOrd="0" presId="urn:microsoft.com/office/officeart/2005/8/layout/cycle4"/>
    <dgm:cxn modelId="{17209679-01E5-E145-B815-737D3B92DF12}" type="presParOf" srcId="{3FCE7B81-D985-124E-9224-DC9B4B6153E0}" destId="{D73E853C-54FB-3848-B6AB-D954F2850070}" srcOrd="1" destOrd="0" presId="urn:microsoft.com/office/officeart/2005/8/layout/cycle4"/>
    <dgm:cxn modelId="{1FEA508A-ED4D-8549-AE25-A4A69EE01347}" type="presParOf" srcId="{3FCE7B81-D985-124E-9224-DC9B4B6153E0}" destId="{23E99C15-644C-AD48-B000-D63D90EBDA04}" srcOrd="2" destOrd="0" presId="urn:microsoft.com/office/officeart/2005/8/layout/cycle4"/>
    <dgm:cxn modelId="{0EE97404-41D0-1D41-8906-8A4FE455FEA2}" type="presParOf" srcId="{3FCE7B81-D985-124E-9224-DC9B4B6153E0}" destId="{647EECAE-D363-5C4A-8412-C8E2D7EEF00A}" srcOrd="3" destOrd="0" presId="urn:microsoft.com/office/officeart/2005/8/layout/cycle4"/>
    <dgm:cxn modelId="{633FCEE6-4CB6-D241-90EE-EDF83981B031}" type="presParOf" srcId="{3FCE7B81-D985-124E-9224-DC9B4B6153E0}" destId="{93C270D7-6CF0-154E-A44A-9845B37C090A}" srcOrd="4" destOrd="0" presId="urn:microsoft.com/office/officeart/2005/8/layout/cycle4"/>
    <dgm:cxn modelId="{2D66AC38-D033-BC43-8C08-DC1DFF76B582}" type="presParOf" srcId="{33403982-5F40-E74F-8A57-4F5CC896A29E}" destId="{3232E8AF-F54A-2346-B45F-6D9A0520FCAC}" srcOrd="2" destOrd="0" presId="urn:microsoft.com/office/officeart/2005/8/layout/cycle4"/>
    <dgm:cxn modelId="{79BE5448-C37F-E240-915E-9096E860F51F}" type="presParOf" srcId="{33403982-5F40-E74F-8A57-4F5CC896A29E}" destId="{57A2B765-6466-EF48-BF57-E7977CEDAD0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6610CD-4722-1444-9339-DB43DBBEA48B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CC957-B16E-CC4C-B83E-F30DF3913C20}">
      <dgm:prSet phldrT="[Text]"/>
      <dgm:spPr>
        <a:solidFill>
          <a:srgbClr val="FFFF00">
            <a:alpha val="71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Paid</a:t>
          </a:r>
        </a:p>
      </dgm:t>
    </dgm:pt>
    <dgm:pt modelId="{805CA997-C88A-7848-92D1-5E72AD505F77}" type="par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E14EC99-DC91-EB4A-9A8C-A792387C4EBC}" type="sib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7EEF4E-1A5D-114D-9EF2-FB243E4EB92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SEA</a:t>
          </a:r>
        </a:p>
      </dgm:t>
    </dgm:pt>
    <dgm:pt modelId="{F89B4444-BC4F-A849-A22F-29B1F66F7A8C}" type="par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BB5FD1-01D2-DF4E-AEE7-67BB6953DF17}" type="sib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2E95B5-FCB2-8148-AD8C-2850D7E83C6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advertorial</a:t>
          </a:r>
        </a:p>
      </dgm:t>
    </dgm:pt>
    <dgm:pt modelId="{796208CA-F2AA-6C4C-9AC0-EC4228A35D43}" type="par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53682B3-45A6-7845-9787-9B25E44BD936}" type="sib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5950AE-4815-5941-A951-79316D23CC4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social</a:t>
          </a:r>
        </a:p>
      </dgm:t>
    </dgm:pt>
    <dgm:pt modelId="{00415035-6FD4-334D-9E31-9683BBE342D8}" type="par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CF4FD13-F0FE-D64C-8531-9A360EC572C1}" type="sib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58BAA1-55FB-7740-8E35-FF5D56160340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google</a:t>
          </a:r>
        </a:p>
      </dgm:t>
    </dgm:pt>
    <dgm:pt modelId="{C02CA3B4-1F0C-5A47-8A83-5E031350C4A6}" type="par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EB232-A020-7C4B-9C97-847E3F411D5E}" type="sib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646E4D-2420-5044-85BF-34D0621D1BE7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bing</a:t>
          </a:r>
          <a:endParaRPr lang="en-US" dirty="0">
            <a:solidFill>
              <a:schemeClr val="tx1"/>
            </a:solidFill>
          </a:endParaRPr>
        </a:p>
      </dgm:t>
    </dgm:pt>
    <dgm:pt modelId="{A902F188-E4F3-A94C-99AF-05074FDEE52B}" type="par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FBF6A64-FC28-F041-ABA7-8DD832F746C0}" type="sib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E133360-2C68-3540-AB35-5F020DCF1FB3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accountX</a:t>
          </a:r>
          <a:endParaRPr lang="en-US" dirty="0">
            <a:solidFill>
              <a:schemeClr val="tx1"/>
            </a:solidFill>
          </a:endParaRPr>
        </a:p>
      </dgm:t>
    </dgm:pt>
    <dgm:pt modelId="{1420521A-5FB4-6B4B-9899-764755DD3CCE}" type="par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7AE400-BF45-C444-8495-42E891EF9317}" type="sib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518A1A3-3B9B-BF4E-9600-54FF1E29A735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accountY</a:t>
          </a:r>
          <a:endParaRPr lang="en-US" dirty="0">
            <a:solidFill>
              <a:schemeClr val="tx1"/>
            </a:solidFill>
          </a:endParaRPr>
        </a:p>
      </dgm:t>
    </dgm:pt>
    <dgm:pt modelId="{9876B740-A8F1-A040-9BA3-713B8E32B54B}" type="par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372814A-6493-C34A-844C-6442180C87D8}" type="sib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1D86B7C-668A-894F-9A45-E90AD4587034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campaigne1</a:t>
          </a:r>
        </a:p>
      </dgm:t>
    </dgm:pt>
    <dgm:pt modelId="{27DAA00C-8ED0-0447-8D63-BDE0DC23C5C5}" type="par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600880C-42E5-7A44-AEB4-B127F298256F}" type="sib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5A29754-B344-F144-AF79-6D0F9E88351B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campagne2</a:t>
          </a:r>
        </a:p>
      </dgm:t>
    </dgm:pt>
    <dgm:pt modelId="{4AF39647-CE44-184F-9B2C-3751A9620719}" type="par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D7C69D-A921-8548-908D-B3AC6CB4F5AF}" type="sib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E71DB3-06B8-0A45-9DA4-7B18325880D7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etc</a:t>
          </a:r>
          <a:endParaRPr lang="en-US" dirty="0">
            <a:solidFill>
              <a:schemeClr val="tx1"/>
            </a:solidFill>
          </a:endParaRPr>
        </a:p>
      </dgm:t>
    </dgm:pt>
    <dgm:pt modelId="{8706135D-A77F-C24F-BA92-D4613188427C}" type="par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139058-2DED-C648-A5F0-911356A46F26}" type="sib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173C954-DD04-DC45-A786-91F263105A4D}" type="pres">
      <dgm:prSet presAssocID="{CD6610CD-4722-1444-9339-DB43DBBEA48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8F5079-20B1-C04A-B8F4-7835609ED212}" type="pres">
      <dgm:prSet presAssocID="{E53CC957-B16E-CC4C-B83E-F30DF3913C20}" presName="root1" presStyleCnt="0"/>
      <dgm:spPr/>
    </dgm:pt>
    <dgm:pt modelId="{310A9E8B-C66A-6341-A6F0-BE38A325039E}" type="pres">
      <dgm:prSet presAssocID="{E53CC957-B16E-CC4C-B83E-F30DF3913C20}" presName="LevelOneTextNode" presStyleLbl="node0" presStyleIdx="0" presStyleCnt="1">
        <dgm:presLayoutVars>
          <dgm:chPref val="3"/>
        </dgm:presLayoutVars>
      </dgm:prSet>
      <dgm:spPr/>
    </dgm:pt>
    <dgm:pt modelId="{321F6ECB-A151-C343-B089-8F41ED6E1F47}" type="pres">
      <dgm:prSet presAssocID="{E53CC957-B16E-CC4C-B83E-F30DF3913C20}" presName="level2hierChild" presStyleCnt="0"/>
      <dgm:spPr/>
    </dgm:pt>
    <dgm:pt modelId="{025A21C1-2902-8C43-B227-FD96D2E72C90}" type="pres">
      <dgm:prSet presAssocID="{F89B4444-BC4F-A849-A22F-29B1F66F7A8C}" presName="conn2-1" presStyleLbl="parChTrans1D2" presStyleIdx="0" presStyleCnt="3"/>
      <dgm:spPr/>
    </dgm:pt>
    <dgm:pt modelId="{3FEA7C33-F419-A54B-AF71-450AEDEDCCBA}" type="pres">
      <dgm:prSet presAssocID="{F89B4444-BC4F-A849-A22F-29B1F66F7A8C}" presName="connTx" presStyleLbl="parChTrans1D2" presStyleIdx="0" presStyleCnt="3"/>
      <dgm:spPr/>
    </dgm:pt>
    <dgm:pt modelId="{ED78B0A9-FDBB-0B45-BDDF-276813ABCD9F}" type="pres">
      <dgm:prSet presAssocID="{9C7EEF4E-1A5D-114D-9EF2-FB243E4EB92D}" presName="root2" presStyleCnt="0"/>
      <dgm:spPr/>
    </dgm:pt>
    <dgm:pt modelId="{42EEAAB4-402C-744E-91CE-18EBE61980BC}" type="pres">
      <dgm:prSet presAssocID="{9C7EEF4E-1A5D-114D-9EF2-FB243E4EB92D}" presName="LevelTwoTextNode" presStyleLbl="node2" presStyleIdx="0" presStyleCnt="3">
        <dgm:presLayoutVars>
          <dgm:chPref val="3"/>
        </dgm:presLayoutVars>
      </dgm:prSet>
      <dgm:spPr/>
    </dgm:pt>
    <dgm:pt modelId="{66BAF47F-30FE-6E48-BCB2-C5484253C452}" type="pres">
      <dgm:prSet presAssocID="{9C7EEF4E-1A5D-114D-9EF2-FB243E4EB92D}" presName="level3hierChild" presStyleCnt="0"/>
      <dgm:spPr/>
    </dgm:pt>
    <dgm:pt modelId="{A6E78CDB-AC64-4647-9387-70B1C1D5CAEE}" type="pres">
      <dgm:prSet presAssocID="{C02CA3B4-1F0C-5A47-8A83-5E031350C4A6}" presName="conn2-1" presStyleLbl="parChTrans1D3" presStyleIdx="0" presStyleCnt="2"/>
      <dgm:spPr/>
    </dgm:pt>
    <dgm:pt modelId="{05FE5C34-D2C1-2244-B969-2CF7FF3FE351}" type="pres">
      <dgm:prSet presAssocID="{C02CA3B4-1F0C-5A47-8A83-5E031350C4A6}" presName="connTx" presStyleLbl="parChTrans1D3" presStyleIdx="0" presStyleCnt="2"/>
      <dgm:spPr/>
    </dgm:pt>
    <dgm:pt modelId="{1E53A05F-984A-144D-935C-530758E536F6}" type="pres">
      <dgm:prSet presAssocID="{4158BAA1-55FB-7740-8E35-FF5D56160340}" presName="root2" presStyleCnt="0"/>
      <dgm:spPr/>
    </dgm:pt>
    <dgm:pt modelId="{9AB2EF6A-3E41-D443-892E-82EDC57BF976}" type="pres">
      <dgm:prSet presAssocID="{4158BAA1-55FB-7740-8E35-FF5D56160340}" presName="LevelTwoTextNode" presStyleLbl="node3" presStyleIdx="0" presStyleCnt="2">
        <dgm:presLayoutVars>
          <dgm:chPref val="3"/>
        </dgm:presLayoutVars>
      </dgm:prSet>
      <dgm:spPr/>
    </dgm:pt>
    <dgm:pt modelId="{31BDA3B1-A698-6E4D-8E7E-06A3B5809419}" type="pres">
      <dgm:prSet presAssocID="{4158BAA1-55FB-7740-8E35-FF5D56160340}" presName="level3hierChild" presStyleCnt="0"/>
      <dgm:spPr/>
    </dgm:pt>
    <dgm:pt modelId="{D8DC87CC-0D17-394C-9732-22A312D35898}" type="pres">
      <dgm:prSet presAssocID="{1420521A-5FB4-6B4B-9899-764755DD3CCE}" presName="conn2-1" presStyleLbl="parChTrans1D4" presStyleIdx="0" presStyleCnt="5"/>
      <dgm:spPr/>
    </dgm:pt>
    <dgm:pt modelId="{69034C11-F0F2-154D-AF9D-AF43937BF8B1}" type="pres">
      <dgm:prSet presAssocID="{1420521A-5FB4-6B4B-9899-764755DD3CCE}" presName="connTx" presStyleLbl="parChTrans1D4" presStyleIdx="0" presStyleCnt="5"/>
      <dgm:spPr/>
    </dgm:pt>
    <dgm:pt modelId="{8444B5DC-5981-7949-892B-38A1B96E550F}" type="pres">
      <dgm:prSet presAssocID="{FE133360-2C68-3540-AB35-5F020DCF1FB3}" presName="root2" presStyleCnt="0"/>
      <dgm:spPr/>
    </dgm:pt>
    <dgm:pt modelId="{693BD7E2-04C3-8D4A-AED0-836692082914}" type="pres">
      <dgm:prSet presAssocID="{FE133360-2C68-3540-AB35-5F020DCF1FB3}" presName="LevelTwoTextNode" presStyleLbl="node4" presStyleIdx="0" presStyleCnt="5">
        <dgm:presLayoutVars>
          <dgm:chPref val="3"/>
        </dgm:presLayoutVars>
      </dgm:prSet>
      <dgm:spPr/>
    </dgm:pt>
    <dgm:pt modelId="{F9085016-9F33-F046-9395-3D13815A608E}" type="pres">
      <dgm:prSet presAssocID="{FE133360-2C68-3540-AB35-5F020DCF1FB3}" presName="level3hierChild" presStyleCnt="0"/>
      <dgm:spPr/>
    </dgm:pt>
    <dgm:pt modelId="{BD70F5F7-D64F-6E40-85B8-0B93EB11A9C3}" type="pres">
      <dgm:prSet presAssocID="{27DAA00C-8ED0-0447-8D63-BDE0DC23C5C5}" presName="conn2-1" presStyleLbl="parChTrans1D4" presStyleIdx="1" presStyleCnt="5"/>
      <dgm:spPr/>
    </dgm:pt>
    <dgm:pt modelId="{E7EC879E-DEBE-7545-BC76-ACD2744C6D38}" type="pres">
      <dgm:prSet presAssocID="{27DAA00C-8ED0-0447-8D63-BDE0DC23C5C5}" presName="connTx" presStyleLbl="parChTrans1D4" presStyleIdx="1" presStyleCnt="5"/>
      <dgm:spPr/>
    </dgm:pt>
    <dgm:pt modelId="{49FD96B4-7572-7F41-817B-F58DAD68D2C0}" type="pres">
      <dgm:prSet presAssocID="{C1D86B7C-668A-894F-9A45-E90AD4587034}" presName="root2" presStyleCnt="0"/>
      <dgm:spPr/>
    </dgm:pt>
    <dgm:pt modelId="{EADFF1F4-D298-D04E-B608-9F36DDEA2D0C}" type="pres">
      <dgm:prSet presAssocID="{C1D86B7C-668A-894F-9A45-E90AD4587034}" presName="LevelTwoTextNode" presStyleLbl="node4" presStyleIdx="1" presStyleCnt="5">
        <dgm:presLayoutVars>
          <dgm:chPref val="3"/>
        </dgm:presLayoutVars>
      </dgm:prSet>
      <dgm:spPr/>
    </dgm:pt>
    <dgm:pt modelId="{62F807B5-A210-8C4A-B1D7-C8C9662673BF}" type="pres">
      <dgm:prSet presAssocID="{C1D86B7C-668A-894F-9A45-E90AD4587034}" presName="level3hierChild" presStyleCnt="0"/>
      <dgm:spPr/>
    </dgm:pt>
    <dgm:pt modelId="{88296BAB-7F0A-AD4A-BDDD-7DE44577D157}" type="pres">
      <dgm:prSet presAssocID="{4AF39647-CE44-184F-9B2C-3751A9620719}" presName="conn2-1" presStyleLbl="parChTrans1D4" presStyleIdx="2" presStyleCnt="5"/>
      <dgm:spPr/>
    </dgm:pt>
    <dgm:pt modelId="{A8747A8F-EBE9-494A-A536-A500CD59D324}" type="pres">
      <dgm:prSet presAssocID="{4AF39647-CE44-184F-9B2C-3751A9620719}" presName="connTx" presStyleLbl="parChTrans1D4" presStyleIdx="2" presStyleCnt="5"/>
      <dgm:spPr/>
    </dgm:pt>
    <dgm:pt modelId="{A08D7340-595E-0D46-9F1A-5F7C3459521E}" type="pres">
      <dgm:prSet presAssocID="{B5A29754-B344-F144-AF79-6D0F9E88351B}" presName="root2" presStyleCnt="0"/>
      <dgm:spPr/>
    </dgm:pt>
    <dgm:pt modelId="{4C20A098-EB3A-D548-8ECB-F3C1044075F5}" type="pres">
      <dgm:prSet presAssocID="{B5A29754-B344-F144-AF79-6D0F9E88351B}" presName="LevelTwoTextNode" presStyleLbl="node4" presStyleIdx="2" presStyleCnt="5">
        <dgm:presLayoutVars>
          <dgm:chPref val="3"/>
        </dgm:presLayoutVars>
      </dgm:prSet>
      <dgm:spPr/>
    </dgm:pt>
    <dgm:pt modelId="{87A1C64C-D07D-B046-8A8D-FA3B84A56D93}" type="pres">
      <dgm:prSet presAssocID="{B5A29754-B344-F144-AF79-6D0F9E88351B}" presName="level3hierChild" presStyleCnt="0"/>
      <dgm:spPr/>
    </dgm:pt>
    <dgm:pt modelId="{B63B1BBE-4384-5840-81FC-2A44D1A2E38B}" type="pres">
      <dgm:prSet presAssocID="{8706135D-A77F-C24F-BA92-D4613188427C}" presName="conn2-1" presStyleLbl="parChTrans1D4" presStyleIdx="3" presStyleCnt="5"/>
      <dgm:spPr/>
    </dgm:pt>
    <dgm:pt modelId="{8F29131B-D80D-5D4B-B96F-710272E82B82}" type="pres">
      <dgm:prSet presAssocID="{8706135D-A77F-C24F-BA92-D4613188427C}" presName="connTx" presStyleLbl="parChTrans1D4" presStyleIdx="3" presStyleCnt="5"/>
      <dgm:spPr/>
    </dgm:pt>
    <dgm:pt modelId="{ACC98D72-0BC6-B54C-9DF9-EDB67C786BAF}" type="pres">
      <dgm:prSet presAssocID="{8FE71DB3-06B8-0A45-9DA4-7B18325880D7}" presName="root2" presStyleCnt="0"/>
      <dgm:spPr/>
    </dgm:pt>
    <dgm:pt modelId="{BA45F27D-78D2-3742-BC38-245D1AEDFF84}" type="pres">
      <dgm:prSet presAssocID="{8FE71DB3-06B8-0A45-9DA4-7B18325880D7}" presName="LevelTwoTextNode" presStyleLbl="node4" presStyleIdx="3" presStyleCnt="5">
        <dgm:presLayoutVars>
          <dgm:chPref val="3"/>
        </dgm:presLayoutVars>
      </dgm:prSet>
      <dgm:spPr/>
    </dgm:pt>
    <dgm:pt modelId="{905FB9CC-A6DB-B54C-84F6-B3F0CD07DEDA}" type="pres">
      <dgm:prSet presAssocID="{8FE71DB3-06B8-0A45-9DA4-7B18325880D7}" presName="level3hierChild" presStyleCnt="0"/>
      <dgm:spPr/>
    </dgm:pt>
    <dgm:pt modelId="{A6415701-67BA-AC42-9AF9-C918114F0712}" type="pres">
      <dgm:prSet presAssocID="{9876B740-A8F1-A040-9BA3-713B8E32B54B}" presName="conn2-1" presStyleLbl="parChTrans1D4" presStyleIdx="4" presStyleCnt="5"/>
      <dgm:spPr/>
    </dgm:pt>
    <dgm:pt modelId="{D1A490AA-74CC-6E46-86E4-E6ACA423B3B2}" type="pres">
      <dgm:prSet presAssocID="{9876B740-A8F1-A040-9BA3-713B8E32B54B}" presName="connTx" presStyleLbl="parChTrans1D4" presStyleIdx="4" presStyleCnt="5"/>
      <dgm:spPr/>
    </dgm:pt>
    <dgm:pt modelId="{9DAFE33D-8895-984F-BF9E-7F7B9DCE0A83}" type="pres">
      <dgm:prSet presAssocID="{2518A1A3-3B9B-BF4E-9600-54FF1E29A735}" presName="root2" presStyleCnt="0"/>
      <dgm:spPr/>
    </dgm:pt>
    <dgm:pt modelId="{5C114CC2-43B2-CE4E-8876-D39851260FD2}" type="pres">
      <dgm:prSet presAssocID="{2518A1A3-3B9B-BF4E-9600-54FF1E29A735}" presName="LevelTwoTextNode" presStyleLbl="node4" presStyleIdx="4" presStyleCnt="5">
        <dgm:presLayoutVars>
          <dgm:chPref val="3"/>
        </dgm:presLayoutVars>
      </dgm:prSet>
      <dgm:spPr/>
    </dgm:pt>
    <dgm:pt modelId="{A4399643-26C0-4745-9B7E-7A33DD2E0705}" type="pres">
      <dgm:prSet presAssocID="{2518A1A3-3B9B-BF4E-9600-54FF1E29A735}" presName="level3hierChild" presStyleCnt="0"/>
      <dgm:spPr/>
    </dgm:pt>
    <dgm:pt modelId="{62C6A7CD-F65F-3545-B8B5-3653F1F89668}" type="pres">
      <dgm:prSet presAssocID="{A902F188-E4F3-A94C-99AF-05074FDEE52B}" presName="conn2-1" presStyleLbl="parChTrans1D3" presStyleIdx="1" presStyleCnt="2"/>
      <dgm:spPr/>
    </dgm:pt>
    <dgm:pt modelId="{F78D5C80-389E-B546-8F6E-6C3980F726FD}" type="pres">
      <dgm:prSet presAssocID="{A902F188-E4F3-A94C-99AF-05074FDEE52B}" presName="connTx" presStyleLbl="parChTrans1D3" presStyleIdx="1" presStyleCnt="2"/>
      <dgm:spPr/>
    </dgm:pt>
    <dgm:pt modelId="{5D0895C7-FF0A-A94F-BFFB-6F5F8A231EDA}" type="pres">
      <dgm:prSet presAssocID="{C3646E4D-2420-5044-85BF-34D0621D1BE7}" presName="root2" presStyleCnt="0"/>
      <dgm:spPr/>
    </dgm:pt>
    <dgm:pt modelId="{2FD4EE2D-F72C-3B4E-900B-B21F05248561}" type="pres">
      <dgm:prSet presAssocID="{C3646E4D-2420-5044-85BF-34D0621D1BE7}" presName="LevelTwoTextNode" presStyleLbl="node3" presStyleIdx="1" presStyleCnt="2">
        <dgm:presLayoutVars>
          <dgm:chPref val="3"/>
        </dgm:presLayoutVars>
      </dgm:prSet>
      <dgm:spPr/>
    </dgm:pt>
    <dgm:pt modelId="{2E6F607E-87D3-9A43-8FF3-7A78E1C8C605}" type="pres">
      <dgm:prSet presAssocID="{C3646E4D-2420-5044-85BF-34D0621D1BE7}" presName="level3hierChild" presStyleCnt="0"/>
      <dgm:spPr/>
    </dgm:pt>
    <dgm:pt modelId="{2AC93CD1-C72D-C048-B390-8D09F68A6D65}" type="pres">
      <dgm:prSet presAssocID="{796208CA-F2AA-6C4C-9AC0-EC4228A35D43}" presName="conn2-1" presStyleLbl="parChTrans1D2" presStyleIdx="1" presStyleCnt="3"/>
      <dgm:spPr/>
    </dgm:pt>
    <dgm:pt modelId="{A536DD64-0A9B-A044-8951-C1A1E534983E}" type="pres">
      <dgm:prSet presAssocID="{796208CA-F2AA-6C4C-9AC0-EC4228A35D43}" presName="connTx" presStyleLbl="parChTrans1D2" presStyleIdx="1" presStyleCnt="3"/>
      <dgm:spPr/>
    </dgm:pt>
    <dgm:pt modelId="{72965D5F-82BD-614C-9A92-2509215A22B5}" type="pres">
      <dgm:prSet presAssocID="{A82E95B5-FCB2-8148-AD8C-2850D7E83C6D}" presName="root2" presStyleCnt="0"/>
      <dgm:spPr/>
    </dgm:pt>
    <dgm:pt modelId="{420396A9-5B4D-3440-8AE9-1A97BA633B1A}" type="pres">
      <dgm:prSet presAssocID="{A82E95B5-FCB2-8148-AD8C-2850D7E83C6D}" presName="LevelTwoTextNode" presStyleLbl="node2" presStyleIdx="1" presStyleCnt="3">
        <dgm:presLayoutVars>
          <dgm:chPref val="3"/>
        </dgm:presLayoutVars>
      </dgm:prSet>
      <dgm:spPr/>
    </dgm:pt>
    <dgm:pt modelId="{E425E4B8-E265-3845-88A9-651E8985CE77}" type="pres">
      <dgm:prSet presAssocID="{A82E95B5-FCB2-8148-AD8C-2850D7E83C6D}" presName="level3hierChild" presStyleCnt="0"/>
      <dgm:spPr/>
    </dgm:pt>
    <dgm:pt modelId="{7F3BE046-6F90-E34A-8E9B-0944093CFD3F}" type="pres">
      <dgm:prSet presAssocID="{00415035-6FD4-334D-9E31-9683BBE342D8}" presName="conn2-1" presStyleLbl="parChTrans1D2" presStyleIdx="2" presStyleCnt="3"/>
      <dgm:spPr/>
    </dgm:pt>
    <dgm:pt modelId="{F4F44901-BF55-9F4A-804E-B11A684E5150}" type="pres">
      <dgm:prSet presAssocID="{00415035-6FD4-334D-9E31-9683BBE342D8}" presName="connTx" presStyleLbl="parChTrans1D2" presStyleIdx="2" presStyleCnt="3"/>
      <dgm:spPr/>
    </dgm:pt>
    <dgm:pt modelId="{D5528869-267D-3549-A82D-1E0D712EE193}" type="pres">
      <dgm:prSet presAssocID="{9C5950AE-4815-5941-A951-79316D23CC4D}" presName="root2" presStyleCnt="0"/>
      <dgm:spPr/>
    </dgm:pt>
    <dgm:pt modelId="{E9D915B5-C4C2-FB44-83F6-150928D63E51}" type="pres">
      <dgm:prSet presAssocID="{9C5950AE-4815-5941-A951-79316D23CC4D}" presName="LevelTwoTextNode" presStyleLbl="node2" presStyleIdx="2" presStyleCnt="3">
        <dgm:presLayoutVars>
          <dgm:chPref val="3"/>
        </dgm:presLayoutVars>
      </dgm:prSet>
      <dgm:spPr/>
    </dgm:pt>
    <dgm:pt modelId="{562C551A-2D37-CE4D-BB2A-1A472D6D1F24}" type="pres">
      <dgm:prSet presAssocID="{9C5950AE-4815-5941-A951-79316D23CC4D}" presName="level3hierChild" presStyleCnt="0"/>
      <dgm:spPr/>
    </dgm:pt>
  </dgm:ptLst>
  <dgm:cxnLst>
    <dgm:cxn modelId="{24417500-485E-1547-944B-ED936D2ACD5E}" type="presOf" srcId="{4AF39647-CE44-184F-9B2C-3751A9620719}" destId="{A8747A8F-EBE9-494A-A536-A500CD59D324}" srcOrd="1" destOrd="0" presId="urn:microsoft.com/office/officeart/2005/8/layout/hierarchy2"/>
    <dgm:cxn modelId="{C7479F00-A33F-EE47-8486-693F67BA3ADE}" srcId="{4158BAA1-55FB-7740-8E35-FF5D56160340}" destId="{FE133360-2C68-3540-AB35-5F020DCF1FB3}" srcOrd="0" destOrd="0" parTransId="{1420521A-5FB4-6B4B-9899-764755DD3CCE}" sibTransId="{D07AE400-BF45-C444-8495-42E891EF9317}"/>
    <dgm:cxn modelId="{33F6BF13-C663-A442-BC05-45EF2F67A1E5}" type="presOf" srcId="{796208CA-F2AA-6C4C-9AC0-EC4228A35D43}" destId="{2AC93CD1-C72D-C048-B390-8D09F68A6D65}" srcOrd="0" destOrd="0" presId="urn:microsoft.com/office/officeart/2005/8/layout/hierarchy2"/>
    <dgm:cxn modelId="{5CEC6B17-C4D0-044E-87A3-A593AF8AC8EF}" type="presOf" srcId="{A82E95B5-FCB2-8148-AD8C-2850D7E83C6D}" destId="{420396A9-5B4D-3440-8AE9-1A97BA633B1A}" srcOrd="0" destOrd="0" presId="urn:microsoft.com/office/officeart/2005/8/layout/hierarchy2"/>
    <dgm:cxn modelId="{3A45CD1B-E72A-DC45-8E10-DC382DCBB89D}" type="presOf" srcId="{C3646E4D-2420-5044-85BF-34D0621D1BE7}" destId="{2FD4EE2D-F72C-3B4E-900B-B21F05248561}" srcOrd="0" destOrd="0" presId="urn:microsoft.com/office/officeart/2005/8/layout/hierarchy2"/>
    <dgm:cxn modelId="{6748BC1D-3ADC-134E-B1F7-B605079C631F}" type="presOf" srcId="{8706135D-A77F-C24F-BA92-D4613188427C}" destId="{8F29131B-D80D-5D4B-B96F-710272E82B82}" srcOrd="1" destOrd="0" presId="urn:microsoft.com/office/officeart/2005/8/layout/hierarchy2"/>
    <dgm:cxn modelId="{333EB923-BC79-AA4F-9016-EDB27854857C}" srcId="{9C7EEF4E-1A5D-114D-9EF2-FB243E4EB92D}" destId="{4158BAA1-55FB-7740-8E35-FF5D56160340}" srcOrd="0" destOrd="0" parTransId="{C02CA3B4-1F0C-5A47-8A83-5E031350C4A6}" sibTransId="{557EB232-A020-7C4B-9C97-847E3F411D5E}"/>
    <dgm:cxn modelId="{2778E023-4126-5948-8851-BF9C8EA297FB}" type="presOf" srcId="{B5A29754-B344-F144-AF79-6D0F9E88351B}" destId="{4C20A098-EB3A-D548-8ECB-F3C1044075F5}" srcOrd="0" destOrd="0" presId="urn:microsoft.com/office/officeart/2005/8/layout/hierarchy2"/>
    <dgm:cxn modelId="{5AA4D239-F85B-DD41-A0A6-3E5E4DC25D22}" type="presOf" srcId="{8FE71DB3-06B8-0A45-9DA4-7B18325880D7}" destId="{BA45F27D-78D2-3742-BC38-245D1AEDFF84}" srcOrd="0" destOrd="0" presId="urn:microsoft.com/office/officeart/2005/8/layout/hierarchy2"/>
    <dgm:cxn modelId="{775A2941-CAAD-F84A-B212-A27822649C80}" type="presOf" srcId="{FE133360-2C68-3540-AB35-5F020DCF1FB3}" destId="{693BD7E2-04C3-8D4A-AED0-836692082914}" srcOrd="0" destOrd="0" presId="urn:microsoft.com/office/officeart/2005/8/layout/hierarchy2"/>
    <dgm:cxn modelId="{8C46D842-79FE-B944-B30A-1BF8F233292D}" srcId="{FE133360-2C68-3540-AB35-5F020DCF1FB3}" destId="{C1D86B7C-668A-894F-9A45-E90AD4587034}" srcOrd="0" destOrd="0" parTransId="{27DAA00C-8ED0-0447-8D63-BDE0DC23C5C5}" sibTransId="{2600880C-42E5-7A44-AEB4-B127F298256F}"/>
    <dgm:cxn modelId="{668CF344-A8EB-3444-A3B8-707C4E0F725C}" type="presOf" srcId="{27DAA00C-8ED0-0447-8D63-BDE0DC23C5C5}" destId="{E7EC879E-DEBE-7545-BC76-ACD2744C6D38}" srcOrd="1" destOrd="0" presId="urn:microsoft.com/office/officeart/2005/8/layout/hierarchy2"/>
    <dgm:cxn modelId="{4AD17B4B-2BFB-DA45-AF89-64A02C974BBD}" srcId="{E53CC957-B16E-CC4C-B83E-F30DF3913C20}" destId="{9C5950AE-4815-5941-A951-79316D23CC4D}" srcOrd="2" destOrd="0" parTransId="{00415035-6FD4-334D-9E31-9683BBE342D8}" sibTransId="{4CF4FD13-F0FE-D64C-8531-9A360EC572C1}"/>
    <dgm:cxn modelId="{7E636251-E1B6-8243-8245-E9E6A0EA7FC7}" srcId="{FE133360-2C68-3540-AB35-5F020DCF1FB3}" destId="{8FE71DB3-06B8-0A45-9DA4-7B18325880D7}" srcOrd="2" destOrd="0" parTransId="{8706135D-A77F-C24F-BA92-D4613188427C}" sibTransId="{3C139058-2DED-C648-A5F0-911356A46F26}"/>
    <dgm:cxn modelId="{5A0A3954-AA7D-084C-B914-865D51FEF9C5}" type="presOf" srcId="{00415035-6FD4-334D-9E31-9683BBE342D8}" destId="{7F3BE046-6F90-E34A-8E9B-0944093CFD3F}" srcOrd="0" destOrd="0" presId="urn:microsoft.com/office/officeart/2005/8/layout/hierarchy2"/>
    <dgm:cxn modelId="{475F9255-D9DB-164F-95E1-48428B041A4C}" type="presOf" srcId="{CD6610CD-4722-1444-9339-DB43DBBEA48B}" destId="{9173C954-DD04-DC45-A786-91F263105A4D}" srcOrd="0" destOrd="0" presId="urn:microsoft.com/office/officeart/2005/8/layout/hierarchy2"/>
    <dgm:cxn modelId="{A64F6E61-A19E-9844-AEAC-82806FFDF54F}" srcId="{CD6610CD-4722-1444-9339-DB43DBBEA48B}" destId="{E53CC957-B16E-CC4C-B83E-F30DF3913C20}" srcOrd="0" destOrd="0" parTransId="{805CA997-C88A-7848-92D1-5E72AD505F77}" sibTransId="{0E14EC99-DC91-EB4A-9A8C-A792387C4EBC}"/>
    <dgm:cxn modelId="{CA1BF764-2D4A-A640-B8C0-1E946F5D0F50}" type="presOf" srcId="{8706135D-A77F-C24F-BA92-D4613188427C}" destId="{B63B1BBE-4384-5840-81FC-2A44D1A2E38B}" srcOrd="0" destOrd="0" presId="urn:microsoft.com/office/officeart/2005/8/layout/hierarchy2"/>
    <dgm:cxn modelId="{5333AD67-0A99-B04A-B33A-27D13C4A0A12}" type="presOf" srcId="{2518A1A3-3B9B-BF4E-9600-54FF1E29A735}" destId="{5C114CC2-43B2-CE4E-8876-D39851260FD2}" srcOrd="0" destOrd="0" presId="urn:microsoft.com/office/officeart/2005/8/layout/hierarchy2"/>
    <dgm:cxn modelId="{F6EB966C-FC4A-4F47-A3F3-7ECC5A066C53}" type="presOf" srcId="{27DAA00C-8ED0-0447-8D63-BDE0DC23C5C5}" destId="{BD70F5F7-D64F-6E40-85B8-0B93EB11A9C3}" srcOrd="0" destOrd="0" presId="urn:microsoft.com/office/officeart/2005/8/layout/hierarchy2"/>
    <dgm:cxn modelId="{04B5436D-FE11-6147-A40E-FF71C56DF6AC}" type="presOf" srcId="{F89B4444-BC4F-A849-A22F-29B1F66F7A8C}" destId="{3FEA7C33-F419-A54B-AF71-450AEDEDCCBA}" srcOrd="1" destOrd="0" presId="urn:microsoft.com/office/officeart/2005/8/layout/hierarchy2"/>
    <dgm:cxn modelId="{BC6A8F78-8D34-C849-B8B0-36FE6A154320}" type="presOf" srcId="{796208CA-F2AA-6C4C-9AC0-EC4228A35D43}" destId="{A536DD64-0A9B-A044-8951-C1A1E534983E}" srcOrd="1" destOrd="0" presId="urn:microsoft.com/office/officeart/2005/8/layout/hierarchy2"/>
    <dgm:cxn modelId="{3787E279-20DA-A842-8F3C-F06C601ECBA4}" type="presOf" srcId="{C02CA3B4-1F0C-5A47-8A83-5E031350C4A6}" destId="{05FE5C34-D2C1-2244-B969-2CF7FF3FE351}" srcOrd="1" destOrd="0" presId="urn:microsoft.com/office/officeart/2005/8/layout/hierarchy2"/>
    <dgm:cxn modelId="{900E8487-0C34-FA48-B6D7-124ADAAAB026}" type="presOf" srcId="{00415035-6FD4-334D-9E31-9683BBE342D8}" destId="{F4F44901-BF55-9F4A-804E-B11A684E5150}" srcOrd="1" destOrd="0" presId="urn:microsoft.com/office/officeart/2005/8/layout/hierarchy2"/>
    <dgm:cxn modelId="{60722989-3ACC-3645-ADFB-6715A8160F31}" type="presOf" srcId="{4158BAA1-55FB-7740-8E35-FF5D56160340}" destId="{9AB2EF6A-3E41-D443-892E-82EDC57BF976}" srcOrd="0" destOrd="0" presId="urn:microsoft.com/office/officeart/2005/8/layout/hierarchy2"/>
    <dgm:cxn modelId="{60C7A78A-BA4B-324B-AB65-9E4D549C2230}" type="presOf" srcId="{9876B740-A8F1-A040-9BA3-713B8E32B54B}" destId="{A6415701-67BA-AC42-9AF9-C918114F0712}" srcOrd="0" destOrd="0" presId="urn:microsoft.com/office/officeart/2005/8/layout/hierarchy2"/>
    <dgm:cxn modelId="{40071190-476E-0A49-904D-CD2D3F451AC9}" type="presOf" srcId="{9C7EEF4E-1A5D-114D-9EF2-FB243E4EB92D}" destId="{42EEAAB4-402C-744E-91CE-18EBE61980BC}" srcOrd="0" destOrd="0" presId="urn:microsoft.com/office/officeart/2005/8/layout/hierarchy2"/>
    <dgm:cxn modelId="{7619D690-71B8-4A4E-9148-DCBD17782386}" type="presOf" srcId="{9C5950AE-4815-5941-A951-79316D23CC4D}" destId="{E9D915B5-C4C2-FB44-83F6-150928D63E51}" srcOrd="0" destOrd="0" presId="urn:microsoft.com/office/officeart/2005/8/layout/hierarchy2"/>
    <dgm:cxn modelId="{D02A8F91-DF04-0044-B381-82DAF7F081E0}" type="presOf" srcId="{F89B4444-BC4F-A849-A22F-29B1F66F7A8C}" destId="{025A21C1-2902-8C43-B227-FD96D2E72C90}" srcOrd="0" destOrd="0" presId="urn:microsoft.com/office/officeart/2005/8/layout/hierarchy2"/>
    <dgm:cxn modelId="{9FD59E9A-634B-B949-A237-8A837069DFEC}" type="presOf" srcId="{4AF39647-CE44-184F-9B2C-3751A9620719}" destId="{88296BAB-7F0A-AD4A-BDDD-7DE44577D157}" srcOrd="0" destOrd="0" presId="urn:microsoft.com/office/officeart/2005/8/layout/hierarchy2"/>
    <dgm:cxn modelId="{0CBB2EA0-0758-0047-8114-01F1A672A294}" type="presOf" srcId="{1420521A-5FB4-6B4B-9899-764755DD3CCE}" destId="{D8DC87CC-0D17-394C-9732-22A312D35898}" srcOrd="0" destOrd="0" presId="urn:microsoft.com/office/officeart/2005/8/layout/hierarchy2"/>
    <dgm:cxn modelId="{8A79B8A4-49AC-794F-A344-73B90DD96478}" srcId="{E53CC957-B16E-CC4C-B83E-F30DF3913C20}" destId="{9C7EEF4E-1A5D-114D-9EF2-FB243E4EB92D}" srcOrd="0" destOrd="0" parTransId="{F89B4444-BC4F-A849-A22F-29B1F66F7A8C}" sibTransId="{65BB5FD1-01D2-DF4E-AEE7-67BB6953DF17}"/>
    <dgm:cxn modelId="{E81DDFB4-0773-F846-A436-5E4B420D8458}" srcId="{FE133360-2C68-3540-AB35-5F020DCF1FB3}" destId="{B5A29754-B344-F144-AF79-6D0F9E88351B}" srcOrd="1" destOrd="0" parTransId="{4AF39647-CE44-184F-9B2C-3751A9620719}" sibTransId="{57D7C69D-A921-8548-908D-B3AC6CB4F5AF}"/>
    <dgm:cxn modelId="{E8634EB6-02FB-BF40-B014-5316BE67C312}" type="presOf" srcId="{1420521A-5FB4-6B4B-9899-764755DD3CCE}" destId="{69034C11-F0F2-154D-AF9D-AF43937BF8B1}" srcOrd="1" destOrd="0" presId="urn:microsoft.com/office/officeart/2005/8/layout/hierarchy2"/>
    <dgm:cxn modelId="{C892E4BB-50F6-2648-9844-EA5332E053E8}" type="presOf" srcId="{9876B740-A8F1-A040-9BA3-713B8E32B54B}" destId="{D1A490AA-74CC-6E46-86E4-E6ACA423B3B2}" srcOrd="1" destOrd="0" presId="urn:microsoft.com/office/officeart/2005/8/layout/hierarchy2"/>
    <dgm:cxn modelId="{920EEDBB-9FF4-DF47-BF1F-24A7D8E17B93}" srcId="{9C7EEF4E-1A5D-114D-9EF2-FB243E4EB92D}" destId="{C3646E4D-2420-5044-85BF-34D0621D1BE7}" srcOrd="1" destOrd="0" parTransId="{A902F188-E4F3-A94C-99AF-05074FDEE52B}" sibTransId="{DFBF6A64-FC28-F041-ABA7-8DD832F746C0}"/>
    <dgm:cxn modelId="{507D97C4-9A08-494B-8FC4-01AE055B001F}" type="presOf" srcId="{E53CC957-B16E-CC4C-B83E-F30DF3913C20}" destId="{310A9E8B-C66A-6341-A6F0-BE38A325039E}" srcOrd="0" destOrd="0" presId="urn:microsoft.com/office/officeart/2005/8/layout/hierarchy2"/>
    <dgm:cxn modelId="{F107EDDA-BC68-8E46-A3DA-41FED1D21EDF}" type="presOf" srcId="{A902F188-E4F3-A94C-99AF-05074FDEE52B}" destId="{F78D5C80-389E-B546-8F6E-6C3980F726FD}" srcOrd="1" destOrd="0" presId="urn:microsoft.com/office/officeart/2005/8/layout/hierarchy2"/>
    <dgm:cxn modelId="{9380C2EB-0D7E-3849-8EB7-5C018E68F56B}" type="presOf" srcId="{C02CA3B4-1F0C-5A47-8A83-5E031350C4A6}" destId="{A6E78CDB-AC64-4647-9387-70B1C1D5CAEE}" srcOrd="0" destOrd="0" presId="urn:microsoft.com/office/officeart/2005/8/layout/hierarchy2"/>
    <dgm:cxn modelId="{146CF8EE-9F1F-9444-90E6-70C2A74E615D}" srcId="{E53CC957-B16E-CC4C-B83E-F30DF3913C20}" destId="{A82E95B5-FCB2-8148-AD8C-2850D7E83C6D}" srcOrd="1" destOrd="0" parTransId="{796208CA-F2AA-6C4C-9AC0-EC4228A35D43}" sibTransId="{853682B3-45A6-7845-9787-9B25E44BD936}"/>
    <dgm:cxn modelId="{4251A0F3-CFAC-064B-B336-173D2FDFB0AD}" type="presOf" srcId="{A902F188-E4F3-A94C-99AF-05074FDEE52B}" destId="{62C6A7CD-F65F-3545-B8B5-3653F1F89668}" srcOrd="0" destOrd="0" presId="urn:microsoft.com/office/officeart/2005/8/layout/hierarchy2"/>
    <dgm:cxn modelId="{E74553F9-C243-0D46-9D45-FEF6D2ACA8A0}" srcId="{4158BAA1-55FB-7740-8E35-FF5D56160340}" destId="{2518A1A3-3B9B-BF4E-9600-54FF1E29A735}" srcOrd="1" destOrd="0" parTransId="{9876B740-A8F1-A040-9BA3-713B8E32B54B}" sibTransId="{0372814A-6493-C34A-844C-6442180C87D8}"/>
    <dgm:cxn modelId="{F941BDF9-113C-CF44-9D3E-7E295F4D29A1}" type="presOf" srcId="{C1D86B7C-668A-894F-9A45-E90AD4587034}" destId="{EADFF1F4-D298-D04E-B608-9F36DDEA2D0C}" srcOrd="0" destOrd="0" presId="urn:microsoft.com/office/officeart/2005/8/layout/hierarchy2"/>
    <dgm:cxn modelId="{5077A623-DFCA-3E44-B797-D88BA736CABC}" type="presParOf" srcId="{9173C954-DD04-DC45-A786-91F263105A4D}" destId="{968F5079-20B1-C04A-B8F4-7835609ED212}" srcOrd="0" destOrd="0" presId="urn:microsoft.com/office/officeart/2005/8/layout/hierarchy2"/>
    <dgm:cxn modelId="{0967C5CB-2B73-5C47-845F-E6D77460FCCF}" type="presParOf" srcId="{968F5079-20B1-C04A-B8F4-7835609ED212}" destId="{310A9E8B-C66A-6341-A6F0-BE38A325039E}" srcOrd="0" destOrd="0" presId="urn:microsoft.com/office/officeart/2005/8/layout/hierarchy2"/>
    <dgm:cxn modelId="{C1BA0C28-2A7B-7A4D-B0F3-A41059B5BFD3}" type="presParOf" srcId="{968F5079-20B1-C04A-B8F4-7835609ED212}" destId="{321F6ECB-A151-C343-B089-8F41ED6E1F47}" srcOrd="1" destOrd="0" presId="urn:microsoft.com/office/officeart/2005/8/layout/hierarchy2"/>
    <dgm:cxn modelId="{C830FACE-51EC-214A-9CF0-18E4D3206DFC}" type="presParOf" srcId="{321F6ECB-A151-C343-B089-8F41ED6E1F47}" destId="{025A21C1-2902-8C43-B227-FD96D2E72C90}" srcOrd="0" destOrd="0" presId="urn:microsoft.com/office/officeart/2005/8/layout/hierarchy2"/>
    <dgm:cxn modelId="{90000720-1654-F641-9C00-78ED9F7B1085}" type="presParOf" srcId="{025A21C1-2902-8C43-B227-FD96D2E72C90}" destId="{3FEA7C33-F419-A54B-AF71-450AEDEDCCBA}" srcOrd="0" destOrd="0" presId="urn:microsoft.com/office/officeart/2005/8/layout/hierarchy2"/>
    <dgm:cxn modelId="{4307625F-60E4-5F4E-9860-B29CC907B2D5}" type="presParOf" srcId="{321F6ECB-A151-C343-B089-8F41ED6E1F47}" destId="{ED78B0A9-FDBB-0B45-BDDF-276813ABCD9F}" srcOrd="1" destOrd="0" presId="urn:microsoft.com/office/officeart/2005/8/layout/hierarchy2"/>
    <dgm:cxn modelId="{217DDF8F-AE22-894A-8532-0FAFEF0E2662}" type="presParOf" srcId="{ED78B0A9-FDBB-0B45-BDDF-276813ABCD9F}" destId="{42EEAAB4-402C-744E-91CE-18EBE61980BC}" srcOrd="0" destOrd="0" presId="urn:microsoft.com/office/officeart/2005/8/layout/hierarchy2"/>
    <dgm:cxn modelId="{7A36FD4D-522C-2647-8637-9A297CF788B7}" type="presParOf" srcId="{ED78B0A9-FDBB-0B45-BDDF-276813ABCD9F}" destId="{66BAF47F-30FE-6E48-BCB2-C5484253C452}" srcOrd="1" destOrd="0" presId="urn:microsoft.com/office/officeart/2005/8/layout/hierarchy2"/>
    <dgm:cxn modelId="{67F17A9E-712F-7749-B41D-CF12E6B6B8DE}" type="presParOf" srcId="{66BAF47F-30FE-6E48-BCB2-C5484253C452}" destId="{A6E78CDB-AC64-4647-9387-70B1C1D5CAEE}" srcOrd="0" destOrd="0" presId="urn:microsoft.com/office/officeart/2005/8/layout/hierarchy2"/>
    <dgm:cxn modelId="{B12BF70F-87FD-DC48-877A-A8A6665E282A}" type="presParOf" srcId="{A6E78CDB-AC64-4647-9387-70B1C1D5CAEE}" destId="{05FE5C34-D2C1-2244-B969-2CF7FF3FE351}" srcOrd="0" destOrd="0" presId="urn:microsoft.com/office/officeart/2005/8/layout/hierarchy2"/>
    <dgm:cxn modelId="{19C6888C-BE59-C14D-8B8D-D54DB687CAAE}" type="presParOf" srcId="{66BAF47F-30FE-6E48-BCB2-C5484253C452}" destId="{1E53A05F-984A-144D-935C-530758E536F6}" srcOrd="1" destOrd="0" presId="urn:microsoft.com/office/officeart/2005/8/layout/hierarchy2"/>
    <dgm:cxn modelId="{CE877608-A745-3341-854C-F215EF07D2CA}" type="presParOf" srcId="{1E53A05F-984A-144D-935C-530758E536F6}" destId="{9AB2EF6A-3E41-D443-892E-82EDC57BF976}" srcOrd="0" destOrd="0" presId="urn:microsoft.com/office/officeart/2005/8/layout/hierarchy2"/>
    <dgm:cxn modelId="{E9275C9D-01E3-8043-86D3-5AD0C1D8F43B}" type="presParOf" srcId="{1E53A05F-984A-144D-935C-530758E536F6}" destId="{31BDA3B1-A698-6E4D-8E7E-06A3B5809419}" srcOrd="1" destOrd="0" presId="urn:microsoft.com/office/officeart/2005/8/layout/hierarchy2"/>
    <dgm:cxn modelId="{51304EDA-F2E1-A94A-A908-8595EAEB8612}" type="presParOf" srcId="{31BDA3B1-A698-6E4D-8E7E-06A3B5809419}" destId="{D8DC87CC-0D17-394C-9732-22A312D35898}" srcOrd="0" destOrd="0" presId="urn:microsoft.com/office/officeart/2005/8/layout/hierarchy2"/>
    <dgm:cxn modelId="{4E02FDD0-4A9C-6D4A-9982-A17ED2C98091}" type="presParOf" srcId="{D8DC87CC-0D17-394C-9732-22A312D35898}" destId="{69034C11-F0F2-154D-AF9D-AF43937BF8B1}" srcOrd="0" destOrd="0" presId="urn:microsoft.com/office/officeart/2005/8/layout/hierarchy2"/>
    <dgm:cxn modelId="{90063C82-D947-9D4E-9877-F77B5B1FAD97}" type="presParOf" srcId="{31BDA3B1-A698-6E4D-8E7E-06A3B5809419}" destId="{8444B5DC-5981-7949-892B-38A1B96E550F}" srcOrd="1" destOrd="0" presId="urn:microsoft.com/office/officeart/2005/8/layout/hierarchy2"/>
    <dgm:cxn modelId="{658489E2-0696-E54F-81B6-71276F371A1C}" type="presParOf" srcId="{8444B5DC-5981-7949-892B-38A1B96E550F}" destId="{693BD7E2-04C3-8D4A-AED0-836692082914}" srcOrd="0" destOrd="0" presId="urn:microsoft.com/office/officeart/2005/8/layout/hierarchy2"/>
    <dgm:cxn modelId="{D891D7F9-7B41-2E43-9D08-BEC0A5C49C51}" type="presParOf" srcId="{8444B5DC-5981-7949-892B-38A1B96E550F}" destId="{F9085016-9F33-F046-9395-3D13815A608E}" srcOrd="1" destOrd="0" presId="urn:microsoft.com/office/officeart/2005/8/layout/hierarchy2"/>
    <dgm:cxn modelId="{11D81E5B-1149-F343-AF09-5F4A02698443}" type="presParOf" srcId="{F9085016-9F33-F046-9395-3D13815A608E}" destId="{BD70F5F7-D64F-6E40-85B8-0B93EB11A9C3}" srcOrd="0" destOrd="0" presId="urn:microsoft.com/office/officeart/2005/8/layout/hierarchy2"/>
    <dgm:cxn modelId="{847B8966-22F9-A24D-ADB2-1DA0207E0CA1}" type="presParOf" srcId="{BD70F5F7-D64F-6E40-85B8-0B93EB11A9C3}" destId="{E7EC879E-DEBE-7545-BC76-ACD2744C6D38}" srcOrd="0" destOrd="0" presId="urn:microsoft.com/office/officeart/2005/8/layout/hierarchy2"/>
    <dgm:cxn modelId="{C0A4A451-03C9-4345-8870-EB8DF474F36C}" type="presParOf" srcId="{F9085016-9F33-F046-9395-3D13815A608E}" destId="{49FD96B4-7572-7F41-817B-F58DAD68D2C0}" srcOrd="1" destOrd="0" presId="urn:microsoft.com/office/officeart/2005/8/layout/hierarchy2"/>
    <dgm:cxn modelId="{8B6302CB-D363-BA48-ABA7-A33F551FA1E8}" type="presParOf" srcId="{49FD96B4-7572-7F41-817B-F58DAD68D2C0}" destId="{EADFF1F4-D298-D04E-B608-9F36DDEA2D0C}" srcOrd="0" destOrd="0" presId="urn:microsoft.com/office/officeart/2005/8/layout/hierarchy2"/>
    <dgm:cxn modelId="{E707484C-BC87-744D-8A43-3385878BAF2A}" type="presParOf" srcId="{49FD96B4-7572-7F41-817B-F58DAD68D2C0}" destId="{62F807B5-A210-8C4A-B1D7-C8C9662673BF}" srcOrd="1" destOrd="0" presId="urn:microsoft.com/office/officeart/2005/8/layout/hierarchy2"/>
    <dgm:cxn modelId="{8F616833-4A15-2A42-A9B4-BA77CD37F634}" type="presParOf" srcId="{F9085016-9F33-F046-9395-3D13815A608E}" destId="{88296BAB-7F0A-AD4A-BDDD-7DE44577D157}" srcOrd="2" destOrd="0" presId="urn:microsoft.com/office/officeart/2005/8/layout/hierarchy2"/>
    <dgm:cxn modelId="{263A946A-96DD-3C44-BE5B-3050D742BCE7}" type="presParOf" srcId="{88296BAB-7F0A-AD4A-BDDD-7DE44577D157}" destId="{A8747A8F-EBE9-494A-A536-A500CD59D324}" srcOrd="0" destOrd="0" presId="urn:microsoft.com/office/officeart/2005/8/layout/hierarchy2"/>
    <dgm:cxn modelId="{AA729632-78C5-114E-8C88-FAE7051E31CF}" type="presParOf" srcId="{F9085016-9F33-F046-9395-3D13815A608E}" destId="{A08D7340-595E-0D46-9F1A-5F7C3459521E}" srcOrd="3" destOrd="0" presId="urn:microsoft.com/office/officeart/2005/8/layout/hierarchy2"/>
    <dgm:cxn modelId="{8DE1C90F-3334-4648-A488-6F16CD9C24AD}" type="presParOf" srcId="{A08D7340-595E-0D46-9F1A-5F7C3459521E}" destId="{4C20A098-EB3A-D548-8ECB-F3C1044075F5}" srcOrd="0" destOrd="0" presId="urn:microsoft.com/office/officeart/2005/8/layout/hierarchy2"/>
    <dgm:cxn modelId="{1D77B43B-EF24-5F4D-9172-71EB69F84785}" type="presParOf" srcId="{A08D7340-595E-0D46-9F1A-5F7C3459521E}" destId="{87A1C64C-D07D-B046-8A8D-FA3B84A56D93}" srcOrd="1" destOrd="0" presId="urn:microsoft.com/office/officeart/2005/8/layout/hierarchy2"/>
    <dgm:cxn modelId="{C92D81E5-07ED-FD44-BECD-FFBC10DD32D0}" type="presParOf" srcId="{F9085016-9F33-F046-9395-3D13815A608E}" destId="{B63B1BBE-4384-5840-81FC-2A44D1A2E38B}" srcOrd="4" destOrd="0" presId="urn:microsoft.com/office/officeart/2005/8/layout/hierarchy2"/>
    <dgm:cxn modelId="{E132CD31-CC2D-A349-BA9B-CF5582EFA65C}" type="presParOf" srcId="{B63B1BBE-4384-5840-81FC-2A44D1A2E38B}" destId="{8F29131B-D80D-5D4B-B96F-710272E82B82}" srcOrd="0" destOrd="0" presId="urn:microsoft.com/office/officeart/2005/8/layout/hierarchy2"/>
    <dgm:cxn modelId="{D8CF66CB-97FB-D244-8C75-45A0F380A86A}" type="presParOf" srcId="{F9085016-9F33-F046-9395-3D13815A608E}" destId="{ACC98D72-0BC6-B54C-9DF9-EDB67C786BAF}" srcOrd="5" destOrd="0" presId="urn:microsoft.com/office/officeart/2005/8/layout/hierarchy2"/>
    <dgm:cxn modelId="{28BE7BC6-15A8-E44B-BE78-A37566579304}" type="presParOf" srcId="{ACC98D72-0BC6-B54C-9DF9-EDB67C786BAF}" destId="{BA45F27D-78D2-3742-BC38-245D1AEDFF84}" srcOrd="0" destOrd="0" presId="urn:microsoft.com/office/officeart/2005/8/layout/hierarchy2"/>
    <dgm:cxn modelId="{0D1A4F4F-604C-D64B-91E4-F454BD8E525C}" type="presParOf" srcId="{ACC98D72-0BC6-B54C-9DF9-EDB67C786BAF}" destId="{905FB9CC-A6DB-B54C-84F6-B3F0CD07DEDA}" srcOrd="1" destOrd="0" presId="urn:microsoft.com/office/officeart/2005/8/layout/hierarchy2"/>
    <dgm:cxn modelId="{F79EBA17-CFA3-0245-96EC-C7319FB41C2A}" type="presParOf" srcId="{31BDA3B1-A698-6E4D-8E7E-06A3B5809419}" destId="{A6415701-67BA-AC42-9AF9-C918114F0712}" srcOrd="2" destOrd="0" presId="urn:microsoft.com/office/officeart/2005/8/layout/hierarchy2"/>
    <dgm:cxn modelId="{FD8BD69C-A259-CE41-91C6-846961A8BB62}" type="presParOf" srcId="{A6415701-67BA-AC42-9AF9-C918114F0712}" destId="{D1A490AA-74CC-6E46-86E4-E6ACA423B3B2}" srcOrd="0" destOrd="0" presId="urn:microsoft.com/office/officeart/2005/8/layout/hierarchy2"/>
    <dgm:cxn modelId="{951F6CA7-9A3A-4442-93AC-4C2A93EA44C5}" type="presParOf" srcId="{31BDA3B1-A698-6E4D-8E7E-06A3B5809419}" destId="{9DAFE33D-8895-984F-BF9E-7F7B9DCE0A83}" srcOrd="3" destOrd="0" presId="urn:microsoft.com/office/officeart/2005/8/layout/hierarchy2"/>
    <dgm:cxn modelId="{8C982B97-49D1-2A43-9DA8-E0B4EF34313F}" type="presParOf" srcId="{9DAFE33D-8895-984F-BF9E-7F7B9DCE0A83}" destId="{5C114CC2-43B2-CE4E-8876-D39851260FD2}" srcOrd="0" destOrd="0" presId="urn:microsoft.com/office/officeart/2005/8/layout/hierarchy2"/>
    <dgm:cxn modelId="{CBC10269-B5DD-514A-9435-F7F63F4E7A69}" type="presParOf" srcId="{9DAFE33D-8895-984F-BF9E-7F7B9DCE0A83}" destId="{A4399643-26C0-4745-9B7E-7A33DD2E0705}" srcOrd="1" destOrd="0" presId="urn:microsoft.com/office/officeart/2005/8/layout/hierarchy2"/>
    <dgm:cxn modelId="{9905B26E-350E-E740-8EF7-F8390A573CF3}" type="presParOf" srcId="{66BAF47F-30FE-6E48-BCB2-C5484253C452}" destId="{62C6A7CD-F65F-3545-B8B5-3653F1F89668}" srcOrd="2" destOrd="0" presId="urn:microsoft.com/office/officeart/2005/8/layout/hierarchy2"/>
    <dgm:cxn modelId="{2334B356-4865-1046-8EB1-1CC9DDE89A56}" type="presParOf" srcId="{62C6A7CD-F65F-3545-B8B5-3653F1F89668}" destId="{F78D5C80-389E-B546-8F6E-6C3980F726FD}" srcOrd="0" destOrd="0" presId="urn:microsoft.com/office/officeart/2005/8/layout/hierarchy2"/>
    <dgm:cxn modelId="{BA239496-9D6D-AA4E-B8F1-3A1F1B30242C}" type="presParOf" srcId="{66BAF47F-30FE-6E48-BCB2-C5484253C452}" destId="{5D0895C7-FF0A-A94F-BFFB-6F5F8A231EDA}" srcOrd="3" destOrd="0" presId="urn:microsoft.com/office/officeart/2005/8/layout/hierarchy2"/>
    <dgm:cxn modelId="{D9DBAA31-63C6-6E48-A83D-03C72FFCA195}" type="presParOf" srcId="{5D0895C7-FF0A-A94F-BFFB-6F5F8A231EDA}" destId="{2FD4EE2D-F72C-3B4E-900B-B21F05248561}" srcOrd="0" destOrd="0" presId="urn:microsoft.com/office/officeart/2005/8/layout/hierarchy2"/>
    <dgm:cxn modelId="{095B0091-D1BC-E545-AAAE-BE4DAE9EA135}" type="presParOf" srcId="{5D0895C7-FF0A-A94F-BFFB-6F5F8A231EDA}" destId="{2E6F607E-87D3-9A43-8FF3-7A78E1C8C605}" srcOrd="1" destOrd="0" presId="urn:microsoft.com/office/officeart/2005/8/layout/hierarchy2"/>
    <dgm:cxn modelId="{9425CA85-3429-254A-8A94-BAC559C0C28D}" type="presParOf" srcId="{321F6ECB-A151-C343-B089-8F41ED6E1F47}" destId="{2AC93CD1-C72D-C048-B390-8D09F68A6D65}" srcOrd="2" destOrd="0" presId="urn:microsoft.com/office/officeart/2005/8/layout/hierarchy2"/>
    <dgm:cxn modelId="{7C827D71-434D-4C43-8721-DA76F4D70077}" type="presParOf" srcId="{2AC93CD1-C72D-C048-B390-8D09F68A6D65}" destId="{A536DD64-0A9B-A044-8951-C1A1E534983E}" srcOrd="0" destOrd="0" presId="urn:microsoft.com/office/officeart/2005/8/layout/hierarchy2"/>
    <dgm:cxn modelId="{4AB62AB7-CBA6-8147-81B6-DAF028358DD3}" type="presParOf" srcId="{321F6ECB-A151-C343-B089-8F41ED6E1F47}" destId="{72965D5F-82BD-614C-9A92-2509215A22B5}" srcOrd="3" destOrd="0" presId="urn:microsoft.com/office/officeart/2005/8/layout/hierarchy2"/>
    <dgm:cxn modelId="{5F15C7EF-8E0D-7F45-B172-ABD7B4B37C00}" type="presParOf" srcId="{72965D5F-82BD-614C-9A92-2509215A22B5}" destId="{420396A9-5B4D-3440-8AE9-1A97BA633B1A}" srcOrd="0" destOrd="0" presId="urn:microsoft.com/office/officeart/2005/8/layout/hierarchy2"/>
    <dgm:cxn modelId="{FAD2A494-8166-2D40-8204-F03300BDF3AA}" type="presParOf" srcId="{72965D5F-82BD-614C-9A92-2509215A22B5}" destId="{E425E4B8-E265-3845-88A9-651E8985CE77}" srcOrd="1" destOrd="0" presId="urn:microsoft.com/office/officeart/2005/8/layout/hierarchy2"/>
    <dgm:cxn modelId="{2EF27ED7-9A75-7A4C-8BF4-C3D7580C5AF8}" type="presParOf" srcId="{321F6ECB-A151-C343-B089-8F41ED6E1F47}" destId="{7F3BE046-6F90-E34A-8E9B-0944093CFD3F}" srcOrd="4" destOrd="0" presId="urn:microsoft.com/office/officeart/2005/8/layout/hierarchy2"/>
    <dgm:cxn modelId="{43E281B6-ACAF-E948-8336-C9623146BF4B}" type="presParOf" srcId="{7F3BE046-6F90-E34A-8E9B-0944093CFD3F}" destId="{F4F44901-BF55-9F4A-804E-B11A684E5150}" srcOrd="0" destOrd="0" presId="urn:microsoft.com/office/officeart/2005/8/layout/hierarchy2"/>
    <dgm:cxn modelId="{EA62029F-001C-8540-AA24-AE03667D6C2D}" type="presParOf" srcId="{321F6ECB-A151-C343-B089-8F41ED6E1F47}" destId="{D5528869-267D-3549-A82D-1E0D712EE193}" srcOrd="5" destOrd="0" presId="urn:microsoft.com/office/officeart/2005/8/layout/hierarchy2"/>
    <dgm:cxn modelId="{7089356C-187F-994A-A37F-CA6F11DEC3A8}" type="presParOf" srcId="{D5528869-267D-3549-A82D-1E0D712EE193}" destId="{E9D915B5-C4C2-FB44-83F6-150928D63E51}" srcOrd="0" destOrd="0" presId="urn:microsoft.com/office/officeart/2005/8/layout/hierarchy2"/>
    <dgm:cxn modelId="{8793175B-2D29-4F41-89B7-63A38BAC6BA1}" type="presParOf" srcId="{D5528869-267D-3549-A82D-1E0D712EE193}" destId="{562C551A-2D37-CE4D-BB2A-1A472D6D1F24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D6610CD-4722-1444-9339-DB43DBBEA48B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3CC957-B16E-CC4C-B83E-F30DF3913C20}">
      <dgm:prSet phldrT="[Text]"/>
      <dgm:spPr>
        <a:solidFill>
          <a:srgbClr val="FFFF00">
            <a:alpha val="71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Paid</a:t>
          </a:r>
        </a:p>
      </dgm:t>
    </dgm:pt>
    <dgm:pt modelId="{805CA997-C88A-7848-92D1-5E72AD505F77}" type="par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E14EC99-DC91-EB4A-9A8C-A792387C4EBC}" type="sibTrans" cxnId="{A64F6E61-A19E-9844-AEAC-82806FFDF54F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7EEF4E-1A5D-114D-9EF2-FB243E4EB92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SEA</a:t>
          </a:r>
        </a:p>
      </dgm:t>
    </dgm:pt>
    <dgm:pt modelId="{F89B4444-BC4F-A849-A22F-29B1F66F7A8C}" type="par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5BB5FD1-01D2-DF4E-AEE7-67BB6953DF17}" type="sibTrans" cxnId="{8A79B8A4-49AC-794F-A344-73B90DD9647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2E95B5-FCB2-8148-AD8C-2850D7E83C6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advertorial</a:t>
          </a:r>
        </a:p>
      </dgm:t>
    </dgm:pt>
    <dgm:pt modelId="{796208CA-F2AA-6C4C-9AC0-EC4228A35D43}" type="par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53682B3-45A6-7845-9787-9B25E44BD936}" type="sibTrans" cxnId="{146CF8EE-9F1F-9444-90E6-70C2A74E615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C5950AE-4815-5941-A951-79316D23CC4D}">
      <dgm:prSet phldrT="[Text]"/>
      <dgm:spPr>
        <a:solidFill>
          <a:srgbClr val="FFB800">
            <a:alpha val="67843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social</a:t>
          </a:r>
        </a:p>
      </dgm:t>
    </dgm:pt>
    <dgm:pt modelId="{00415035-6FD4-334D-9E31-9683BBE342D8}" type="par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CF4FD13-F0FE-D64C-8531-9A360EC572C1}" type="sibTrans" cxnId="{4AD17B4B-2BFB-DA45-AF89-64A02C974BB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158BAA1-55FB-7740-8E35-FF5D56160340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google</a:t>
          </a:r>
        </a:p>
      </dgm:t>
    </dgm:pt>
    <dgm:pt modelId="{C02CA3B4-1F0C-5A47-8A83-5E031350C4A6}" type="par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7EB232-A020-7C4B-9C97-847E3F411D5E}" type="sibTrans" cxnId="{333EB923-BC79-AA4F-9016-EDB27854857C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646E4D-2420-5044-85BF-34D0621D1BE7}">
      <dgm:prSet phldrT="[Text]"/>
      <dgm:spPr>
        <a:solidFill>
          <a:srgbClr val="FF0000">
            <a:alpha val="72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bing</a:t>
          </a:r>
          <a:endParaRPr lang="en-US" dirty="0">
            <a:solidFill>
              <a:schemeClr val="tx1"/>
            </a:solidFill>
          </a:endParaRPr>
        </a:p>
      </dgm:t>
    </dgm:pt>
    <dgm:pt modelId="{A902F188-E4F3-A94C-99AF-05074FDEE52B}" type="par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FBF6A64-FC28-F041-ABA7-8DD832F746C0}" type="sibTrans" cxnId="{920EEDBB-9FF4-DF47-BF1F-24A7D8E17B93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E133360-2C68-3540-AB35-5F020DCF1FB3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accountX</a:t>
          </a:r>
          <a:endParaRPr lang="en-US" dirty="0">
            <a:solidFill>
              <a:schemeClr val="tx1"/>
            </a:solidFill>
          </a:endParaRPr>
        </a:p>
      </dgm:t>
    </dgm:pt>
    <dgm:pt modelId="{1420521A-5FB4-6B4B-9899-764755DD3CCE}" type="par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7AE400-BF45-C444-8495-42E891EF9317}" type="sibTrans" cxnId="{C7479F00-A33F-EE47-8486-693F67BA3AD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518A1A3-3B9B-BF4E-9600-54FF1E29A735}">
      <dgm:prSet phldrT="[Text]"/>
      <dgm:spPr>
        <a:solidFill>
          <a:srgbClr val="CC6198">
            <a:alpha val="68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accountY</a:t>
          </a:r>
          <a:endParaRPr lang="en-US" dirty="0">
            <a:solidFill>
              <a:schemeClr val="tx1"/>
            </a:solidFill>
          </a:endParaRPr>
        </a:p>
      </dgm:t>
    </dgm:pt>
    <dgm:pt modelId="{9876B740-A8F1-A040-9BA3-713B8E32B54B}" type="par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372814A-6493-C34A-844C-6442180C87D8}" type="sibTrans" cxnId="{E74553F9-C243-0D46-9D45-FEF6D2ACA8A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1D86B7C-668A-894F-9A45-E90AD4587034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campaigne1</a:t>
          </a:r>
        </a:p>
      </dgm:t>
    </dgm:pt>
    <dgm:pt modelId="{27DAA00C-8ED0-0447-8D63-BDE0DC23C5C5}" type="par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2600880C-42E5-7A44-AEB4-B127F298256F}" type="sibTrans" cxnId="{8C46D842-79FE-B944-B30A-1BF8F233292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5A29754-B344-F144-AF79-6D0F9E88351B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campagne2</a:t>
          </a:r>
        </a:p>
      </dgm:t>
    </dgm:pt>
    <dgm:pt modelId="{4AF39647-CE44-184F-9B2C-3751A9620719}" type="par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D7C69D-A921-8548-908D-B3AC6CB4F5AF}" type="sibTrans" cxnId="{E81DDFB4-0773-F846-A436-5E4B420D845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E71DB3-06B8-0A45-9DA4-7B18325880D7}">
      <dgm:prSet phldrT="[Text]"/>
      <dgm:spPr>
        <a:solidFill>
          <a:srgbClr val="7030A0">
            <a:alpha val="59000"/>
          </a:srgb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etc</a:t>
          </a:r>
          <a:endParaRPr lang="en-US" dirty="0">
            <a:solidFill>
              <a:schemeClr val="tx1"/>
            </a:solidFill>
          </a:endParaRPr>
        </a:p>
      </dgm:t>
    </dgm:pt>
    <dgm:pt modelId="{8706135D-A77F-C24F-BA92-D4613188427C}" type="par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C139058-2DED-C648-A5F0-911356A46F26}" type="sibTrans" cxnId="{7E636251-E1B6-8243-8245-E9E6A0EA7FC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173C954-DD04-DC45-A786-91F263105A4D}" type="pres">
      <dgm:prSet presAssocID="{CD6610CD-4722-1444-9339-DB43DBBEA48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68F5079-20B1-C04A-B8F4-7835609ED212}" type="pres">
      <dgm:prSet presAssocID="{E53CC957-B16E-CC4C-B83E-F30DF3913C20}" presName="root1" presStyleCnt="0"/>
      <dgm:spPr/>
    </dgm:pt>
    <dgm:pt modelId="{310A9E8B-C66A-6341-A6F0-BE38A325039E}" type="pres">
      <dgm:prSet presAssocID="{E53CC957-B16E-CC4C-B83E-F30DF3913C20}" presName="LevelOneTextNode" presStyleLbl="node0" presStyleIdx="0" presStyleCnt="1">
        <dgm:presLayoutVars>
          <dgm:chPref val="3"/>
        </dgm:presLayoutVars>
      </dgm:prSet>
      <dgm:spPr/>
    </dgm:pt>
    <dgm:pt modelId="{321F6ECB-A151-C343-B089-8F41ED6E1F47}" type="pres">
      <dgm:prSet presAssocID="{E53CC957-B16E-CC4C-B83E-F30DF3913C20}" presName="level2hierChild" presStyleCnt="0"/>
      <dgm:spPr/>
    </dgm:pt>
    <dgm:pt modelId="{025A21C1-2902-8C43-B227-FD96D2E72C90}" type="pres">
      <dgm:prSet presAssocID="{F89B4444-BC4F-A849-A22F-29B1F66F7A8C}" presName="conn2-1" presStyleLbl="parChTrans1D2" presStyleIdx="0" presStyleCnt="3"/>
      <dgm:spPr/>
    </dgm:pt>
    <dgm:pt modelId="{3FEA7C33-F419-A54B-AF71-450AEDEDCCBA}" type="pres">
      <dgm:prSet presAssocID="{F89B4444-BC4F-A849-A22F-29B1F66F7A8C}" presName="connTx" presStyleLbl="parChTrans1D2" presStyleIdx="0" presStyleCnt="3"/>
      <dgm:spPr/>
    </dgm:pt>
    <dgm:pt modelId="{ED78B0A9-FDBB-0B45-BDDF-276813ABCD9F}" type="pres">
      <dgm:prSet presAssocID="{9C7EEF4E-1A5D-114D-9EF2-FB243E4EB92D}" presName="root2" presStyleCnt="0"/>
      <dgm:spPr/>
    </dgm:pt>
    <dgm:pt modelId="{42EEAAB4-402C-744E-91CE-18EBE61980BC}" type="pres">
      <dgm:prSet presAssocID="{9C7EEF4E-1A5D-114D-9EF2-FB243E4EB92D}" presName="LevelTwoTextNode" presStyleLbl="node2" presStyleIdx="0" presStyleCnt="3">
        <dgm:presLayoutVars>
          <dgm:chPref val="3"/>
        </dgm:presLayoutVars>
      </dgm:prSet>
      <dgm:spPr/>
    </dgm:pt>
    <dgm:pt modelId="{66BAF47F-30FE-6E48-BCB2-C5484253C452}" type="pres">
      <dgm:prSet presAssocID="{9C7EEF4E-1A5D-114D-9EF2-FB243E4EB92D}" presName="level3hierChild" presStyleCnt="0"/>
      <dgm:spPr/>
    </dgm:pt>
    <dgm:pt modelId="{A6E78CDB-AC64-4647-9387-70B1C1D5CAEE}" type="pres">
      <dgm:prSet presAssocID="{C02CA3B4-1F0C-5A47-8A83-5E031350C4A6}" presName="conn2-1" presStyleLbl="parChTrans1D3" presStyleIdx="0" presStyleCnt="2"/>
      <dgm:spPr/>
    </dgm:pt>
    <dgm:pt modelId="{05FE5C34-D2C1-2244-B969-2CF7FF3FE351}" type="pres">
      <dgm:prSet presAssocID="{C02CA3B4-1F0C-5A47-8A83-5E031350C4A6}" presName="connTx" presStyleLbl="parChTrans1D3" presStyleIdx="0" presStyleCnt="2"/>
      <dgm:spPr/>
    </dgm:pt>
    <dgm:pt modelId="{1E53A05F-984A-144D-935C-530758E536F6}" type="pres">
      <dgm:prSet presAssocID="{4158BAA1-55FB-7740-8E35-FF5D56160340}" presName="root2" presStyleCnt="0"/>
      <dgm:spPr/>
    </dgm:pt>
    <dgm:pt modelId="{9AB2EF6A-3E41-D443-892E-82EDC57BF976}" type="pres">
      <dgm:prSet presAssocID="{4158BAA1-55FB-7740-8E35-FF5D56160340}" presName="LevelTwoTextNode" presStyleLbl="node3" presStyleIdx="0" presStyleCnt="2">
        <dgm:presLayoutVars>
          <dgm:chPref val="3"/>
        </dgm:presLayoutVars>
      </dgm:prSet>
      <dgm:spPr/>
    </dgm:pt>
    <dgm:pt modelId="{31BDA3B1-A698-6E4D-8E7E-06A3B5809419}" type="pres">
      <dgm:prSet presAssocID="{4158BAA1-55FB-7740-8E35-FF5D56160340}" presName="level3hierChild" presStyleCnt="0"/>
      <dgm:spPr/>
    </dgm:pt>
    <dgm:pt modelId="{D8DC87CC-0D17-394C-9732-22A312D35898}" type="pres">
      <dgm:prSet presAssocID="{1420521A-5FB4-6B4B-9899-764755DD3CCE}" presName="conn2-1" presStyleLbl="parChTrans1D4" presStyleIdx="0" presStyleCnt="5"/>
      <dgm:spPr/>
    </dgm:pt>
    <dgm:pt modelId="{69034C11-F0F2-154D-AF9D-AF43937BF8B1}" type="pres">
      <dgm:prSet presAssocID="{1420521A-5FB4-6B4B-9899-764755DD3CCE}" presName="connTx" presStyleLbl="parChTrans1D4" presStyleIdx="0" presStyleCnt="5"/>
      <dgm:spPr/>
    </dgm:pt>
    <dgm:pt modelId="{8444B5DC-5981-7949-892B-38A1B96E550F}" type="pres">
      <dgm:prSet presAssocID="{FE133360-2C68-3540-AB35-5F020DCF1FB3}" presName="root2" presStyleCnt="0"/>
      <dgm:spPr/>
    </dgm:pt>
    <dgm:pt modelId="{693BD7E2-04C3-8D4A-AED0-836692082914}" type="pres">
      <dgm:prSet presAssocID="{FE133360-2C68-3540-AB35-5F020DCF1FB3}" presName="LevelTwoTextNode" presStyleLbl="node4" presStyleIdx="0" presStyleCnt="5">
        <dgm:presLayoutVars>
          <dgm:chPref val="3"/>
        </dgm:presLayoutVars>
      </dgm:prSet>
      <dgm:spPr/>
    </dgm:pt>
    <dgm:pt modelId="{F9085016-9F33-F046-9395-3D13815A608E}" type="pres">
      <dgm:prSet presAssocID="{FE133360-2C68-3540-AB35-5F020DCF1FB3}" presName="level3hierChild" presStyleCnt="0"/>
      <dgm:spPr/>
    </dgm:pt>
    <dgm:pt modelId="{BD70F5F7-D64F-6E40-85B8-0B93EB11A9C3}" type="pres">
      <dgm:prSet presAssocID="{27DAA00C-8ED0-0447-8D63-BDE0DC23C5C5}" presName="conn2-1" presStyleLbl="parChTrans1D4" presStyleIdx="1" presStyleCnt="5"/>
      <dgm:spPr/>
    </dgm:pt>
    <dgm:pt modelId="{E7EC879E-DEBE-7545-BC76-ACD2744C6D38}" type="pres">
      <dgm:prSet presAssocID="{27DAA00C-8ED0-0447-8D63-BDE0DC23C5C5}" presName="connTx" presStyleLbl="parChTrans1D4" presStyleIdx="1" presStyleCnt="5"/>
      <dgm:spPr/>
    </dgm:pt>
    <dgm:pt modelId="{49FD96B4-7572-7F41-817B-F58DAD68D2C0}" type="pres">
      <dgm:prSet presAssocID="{C1D86B7C-668A-894F-9A45-E90AD4587034}" presName="root2" presStyleCnt="0"/>
      <dgm:spPr/>
    </dgm:pt>
    <dgm:pt modelId="{EADFF1F4-D298-D04E-B608-9F36DDEA2D0C}" type="pres">
      <dgm:prSet presAssocID="{C1D86B7C-668A-894F-9A45-E90AD4587034}" presName="LevelTwoTextNode" presStyleLbl="node4" presStyleIdx="1" presStyleCnt="5">
        <dgm:presLayoutVars>
          <dgm:chPref val="3"/>
        </dgm:presLayoutVars>
      </dgm:prSet>
      <dgm:spPr/>
    </dgm:pt>
    <dgm:pt modelId="{62F807B5-A210-8C4A-B1D7-C8C9662673BF}" type="pres">
      <dgm:prSet presAssocID="{C1D86B7C-668A-894F-9A45-E90AD4587034}" presName="level3hierChild" presStyleCnt="0"/>
      <dgm:spPr/>
    </dgm:pt>
    <dgm:pt modelId="{88296BAB-7F0A-AD4A-BDDD-7DE44577D157}" type="pres">
      <dgm:prSet presAssocID="{4AF39647-CE44-184F-9B2C-3751A9620719}" presName="conn2-1" presStyleLbl="parChTrans1D4" presStyleIdx="2" presStyleCnt="5"/>
      <dgm:spPr/>
    </dgm:pt>
    <dgm:pt modelId="{A8747A8F-EBE9-494A-A536-A500CD59D324}" type="pres">
      <dgm:prSet presAssocID="{4AF39647-CE44-184F-9B2C-3751A9620719}" presName="connTx" presStyleLbl="parChTrans1D4" presStyleIdx="2" presStyleCnt="5"/>
      <dgm:spPr/>
    </dgm:pt>
    <dgm:pt modelId="{A08D7340-595E-0D46-9F1A-5F7C3459521E}" type="pres">
      <dgm:prSet presAssocID="{B5A29754-B344-F144-AF79-6D0F9E88351B}" presName="root2" presStyleCnt="0"/>
      <dgm:spPr/>
    </dgm:pt>
    <dgm:pt modelId="{4C20A098-EB3A-D548-8ECB-F3C1044075F5}" type="pres">
      <dgm:prSet presAssocID="{B5A29754-B344-F144-AF79-6D0F9E88351B}" presName="LevelTwoTextNode" presStyleLbl="node4" presStyleIdx="2" presStyleCnt="5">
        <dgm:presLayoutVars>
          <dgm:chPref val="3"/>
        </dgm:presLayoutVars>
      </dgm:prSet>
      <dgm:spPr/>
    </dgm:pt>
    <dgm:pt modelId="{87A1C64C-D07D-B046-8A8D-FA3B84A56D93}" type="pres">
      <dgm:prSet presAssocID="{B5A29754-B344-F144-AF79-6D0F9E88351B}" presName="level3hierChild" presStyleCnt="0"/>
      <dgm:spPr/>
    </dgm:pt>
    <dgm:pt modelId="{B63B1BBE-4384-5840-81FC-2A44D1A2E38B}" type="pres">
      <dgm:prSet presAssocID="{8706135D-A77F-C24F-BA92-D4613188427C}" presName="conn2-1" presStyleLbl="parChTrans1D4" presStyleIdx="3" presStyleCnt="5"/>
      <dgm:spPr/>
    </dgm:pt>
    <dgm:pt modelId="{8F29131B-D80D-5D4B-B96F-710272E82B82}" type="pres">
      <dgm:prSet presAssocID="{8706135D-A77F-C24F-BA92-D4613188427C}" presName="connTx" presStyleLbl="parChTrans1D4" presStyleIdx="3" presStyleCnt="5"/>
      <dgm:spPr/>
    </dgm:pt>
    <dgm:pt modelId="{ACC98D72-0BC6-B54C-9DF9-EDB67C786BAF}" type="pres">
      <dgm:prSet presAssocID="{8FE71DB3-06B8-0A45-9DA4-7B18325880D7}" presName="root2" presStyleCnt="0"/>
      <dgm:spPr/>
    </dgm:pt>
    <dgm:pt modelId="{BA45F27D-78D2-3742-BC38-245D1AEDFF84}" type="pres">
      <dgm:prSet presAssocID="{8FE71DB3-06B8-0A45-9DA4-7B18325880D7}" presName="LevelTwoTextNode" presStyleLbl="node4" presStyleIdx="3" presStyleCnt="5">
        <dgm:presLayoutVars>
          <dgm:chPref val="3"/>
        </dgm:presLayoutVars>
      </dgm:prSet>
      <dgm:spPr/>
    </dgm:pt>
    <dgm:pt modelId="{905FB9CC-A6DB-B54C-84F6-B3F0CD07DEDA}" type="pres">
      <dgm:prSet presAssocID="{8FE71DB3-06B8-0A45-9DA4-7B18325880D7}" presName="level3hierChild" presStyleCnt="0"/>
      <dgm:spPr/>
    </dgm:pt>
    <dgm:pt modelId="{A6415701-67BA-AC42-9AF9-C918114F0712}" type="pres">
      <dgm:prSet presAssocID="{9876B740-A8F1-A040-9BA3-713B8E32B54B}" presName="conn2-1" presStyleLbl="parChTrans1D4" presStyleIdx="4" presStyleCnt="5"/>
      <dgm:spPr/>
    </dgm:pt>
    <dgm:pt modelId="{D1A490AA-74CC-6E46-86E4-E6ACA423B3B2}" type="pres">
      <dgm:prSet presAssocID="{9876B740-A8F1-A040-9BA3-713B8E32B54B}" presName="connTx" presStyleLbl="parChTrans1D4" presStyleIdx="4" presStyleCnt="5"/>
      <dgm:spPr/>
    </dgm:pt>
    <dgm:pt modelId="{9DAFE33D-8895-984F-BF9E-7F7B9DCE0A83}" type="pres">
      <dgm:prSet presAssocID="{2518A1A3-3B9B-BF4E-9600-54FF1E29A735}" presName="root2" presStyleCnt="0"/>
      <dgm:spPr/>
    </dgm:pt>
    <dgm:pt modelId="{5C114CC2-43B2-CE4E-8876-D39851260FD2}" type="pres">
      <dgm:prSet presAssocID="{2518A1A3-3B9B-BF4E-9600-54FF1E29A735}" presName="LevelTwoTextNode" presStyleLbl="node4" presStyleIdx="4" presStyleCnt="5">
        <dgm:presLayoutVars>
          <dgm:chPref val="3"/>
        </dgm:presLayoutVars>
      </dgm:prSet>
      <dgm:spPr/>
    </dgm:pt>
    <dgm:pt modelId="{A4399643-26C0-4745-9B7E-7A33DD2E0705}" type="pres">
      <dgm:prSet presAssocID="{2518A1A3-3B9B-BF4E-9600-54FF1E29A735}" presName="level3hierChild" presStyleCnt="0"/>
      <dgm:spPr/>
    </dgm:pt>
    <dgm:pt modelId="{62C6A7CD-F65F-3545-B8B5-3653F1F89668}" type="pres">
      <dgm:prSet presAssocID="{A902F188-E4F3-A94C-99AF-05074FDEE52B}" presName="conn2-1" presStyleLbl="parChTrans1D3" presStyleIdx="1" presStyleCnt="2"/>
      <dgm:spPr/>
    </dgm:pt>
    <dgm:pt modelId="{F78D5C80-389E-B546-8F6E-6C3980F726FD}" type="pres">
      <dgm:prSet presAssocID="{A902F188-E4F3-A94C-99AF-05074FDEE52B}" presName="connTx" presStyleLbl="parChTrans1D3" presStyleIdx="1" presStyleCnt="2"/>
      <dgm:spPr/>
    </dgm:pt>
    <dgm:pt modelId="{5D0895C7-FF0A-A94F-BFFB-6F5F8A231EDA}" type="pres">
      <dgm:prSet presAssocID="{C3646E4D-2420-5044-85BF-34D0621D1BE7}" presName="root2" presStyleCnt="0"/>
      <dgm:spPr/>
    </dgm:pt>
    <dgm:pt modelId="{2FD4EE2D-F72C-3B4E-900B-B21F05248561}" type="pres">
      <dgm:prSet presAssocID="{C3646E4D-2420-5044-85BF-34D0621D1BE7}" presName="LevelTwoTextNode" presStyleLbl="node3" presStyleIdx="1" presStyleCnt="2">
        <dgm:presLayoutVars>
          <dgm:chPref val="3"/>
        </dgm:presLayoutVars>
      </dgm:prSet>
      <dgm:spPr/>
    </dgm:pt>
    <dgm:pt modelId="{2E6F607E-87D3-9A43-8FF3-7A78E1C8C605}" type="pres">
      <dgm:prSet presAssocID="{C3646E4D-2420-5044-85BF-34D0621D1BE7}" presName="level3hierChild" presStyleCnt="0"/>
      <dgm:spPr/>
    </dgm:pt>
    <dgm:pt modelId="{2AC93CD1-C72D-C048-B390-8D09F68A6D65}" type="pres">
      <dgm:prSet presAssocID="{796208CA-F2AA-6C4C-9AC0-EC4228A35D43}" presName="conn2-1" presStyleLbl="parChTrans1D2" presStyleIdx="1" presStyleCnt="3"/>
      <dgm:spPr/>
    </dgm:pt>
    <dgm:pt modelId="{A536DD64-0A9B-A044-8951-C1A1E534983E}" type="pres">
      <dgm:prSet presAssocID="{796208CA-F2AA-6C4C-9AC0-EC4228A35D43}" presName="connTx" presStyleLbl="parChTrans1D2" presStyleIdx="1" presStyleCnt="3"/>
      <dgm:spPr/>
    </dgm:pt>
    <dgm:pt modelId="{72965D5F-82BD-614C-9A92-2509215A22B5}" type="pres">
      <dgm:prSet presAssocID="{A82E95B5-FCB2-8148-AD8C-2850D7E83C6D}" presName="root2" presStyleCnt="0"/>
      <dgm:spPr/>
    </dgm:pt>
    <dgm:pt modelId="{420396A9-5B4D-3440-8AE9-1A97BA633B1A}" type="pres">
      <dgm:prSet presAssocID="{A82E95B5-FCB2-8148-AD8C-2850D7E83C6D}" presName="LevelTwoTextNode" presStyleLbl="node2" presStyleIdx="1" presStyleCnt="3">
        <dgm:presLayoutVars>
          <dgm:chPref val="3"/>
        </dgm:presLayoutVars>
      </dgm:prSet>
      <dgm:spPr/>
    </dgm:pt>
    <dgm:pt modelId="{E425E4B8-E265-3845-88A9-651E8985CE77}" type="pres">
      <dgm:prSet presAssocID="{A82E95B5-FCB2-8148-AD8C-2850D7E83C6D}" presName="level3hierChild" presStyleCnt="0"/>
      <dgm:spPr/>
    </dgm:pt>
    <dgm:pt modelId="{7F3BE046-6F90-E34A-8E9B-0944093CFD3F}" type="pres">
      <dgm:prSet presAssocID="{00415035-6FD4-334D-9E31-9683BBE342D8}" presName="conn2-1" presStyleLbl="parChTrans1D2" presStyleIdx="2" presStyleCnt="3"/>
      <dgm:spPr/>
    </dgm:pt>
    <dgm:pt modelId="{F4F44901-BF55-9F4A-804E-B11A684E5150}" type="pres">
      <dgm:prSet presAssocID="{00415035-6FD4-334D-9E31-9683BBE342D8}" presName="connTx" presStyleLbl="parChTrans1D2" presStyleIdx="2" presStyleCnt="3"/>
      <dgm:spPr/>
    </dgm:pt>
    <dgm:pt modelId="{D5528869-267D-3549-A82D-1E0D712EE193}" type="pres">
      <dgm:prSet presAssocID="{9C5950AE-4815-5941-A951-79316D23CC4D}" presName="root2" presStyleCnt="0"/>
      <dgm:spPr/>
    </dgm:pt>
    <dgm:pt modelId="{E9D915B5-C4C2-FB44-83F6-150928D63E51}" type="pres">
      <dgm:prSet presAssocID="{9C5950AE-4815-5941-A951-79316D23CC4D}" presName="LevelTwoTextNode" presStyleLbl="node2" presStyleIdx="2" presStyleCnt="3">
        <dgm:presLayoutVars>
          <dgm:chPref val="3"/>
        </dgm:presLayoutVars>
      </dgm:prSet>
      <dgm:spPr/>
    </dgm:pt>
    <dgm:pt modelId="{562C551A-2D37-CE4D-BB2A-1A472D6D1F24}" type="pres">
      <dgm:prSet presAssocID="{9C5950AE-4815-5941-A951-79316D23CC4D}" presName="level3hierChild" presStyleCnt="0"/>
      <dgm:spPr/>
    </dgm:pt>
  </dgm:ptLst>
  <dgm:cxnLst>
    <dgm:cxn modelId="{24417500-485E-1547-944B-ED936D2ACD5E}" type="presOf" srcId="{4AF39647-CE44-184F-9B2C-3751A9620719}" destId="{A8747A8F-EBE9-494A-A536-A500CD59D324}" srcOrd="1" destOrd="0" presId="urn:microsoft.com/office/officeart/2005/8/layout/hierarchy2"/>
    <dgm:cxn modelId="{C7479F00-A33F-EE47-8486-693F67BA3ADE}" srcId="{4158BAA1-55FB-7740-8E35-FF5D56160340}" destId="{FE133360-2C68-3540-AB35-5F020DCF1FB3}" srcOrd="0" destOrd="0" parTransId="{1420521A-5FB4-6B4B-9899-764755DD3CCE}" sibTransId="{D07AE400-BF45-C444-8495-42E891EF9317}"/>
    <dgm:cxn modelId="{33F6BF13-C663-A442-BC05-45EF2F67A1E5}" type="presOf" srcId="{796208CA-F2AA-6C4C-9AC0-EC4228A35D43}" destId="{2AC93CD1-C72D-C048-B390-8D09F68A6D65}" srcOrd="0" destOrd="0" presId="urn:microsoft.com/office/officeart/2005/8/layout/hierarchy2"/>
    <dgm:cxn modelId="{5CEC6B17-C4D0-044E-87A3-A593AF8AC8EF}" type="presOf" srcId="{A82E95B5-FCB2-8148-AD8C-2850D7E83C6D}" destId="{420396A9-5B4D-3440-8AE9-1A97BA633B1A}" srcOrd="0" destOrd="0" presId="urn:microsoft.com/office/officeart/2005/8/layout/hierarchy2"/>
    <dgm:cxn modelId="{3A45CD1B-E72A-DC45-8E10-DC382DCBB89D}" type="presOf" srcId="{C3646E4D-2420-5044-85BF-34D0621D1BE7}" destId="{2FD4EE2D-F72C-3B4E-900B-B21F05248561}" srcOrd="0" destOrd="0" presId="urn:microsoft.com/office/officeart/2005/8/layout/hierarchy2"/>
    <dgm:cxn modelId="{6748BC1D-3ADC-134E-B1F7-B605079C631F}" type="presOf" srcId="{8706135D-A77F-C24F-BA92-D4613188427C}" destId="{8F29131B-D80D-5D4B-B96F-710272E82B82}" srcOrd="1" destOrd="0" presId="urn:microsoft.com/office/officeart/2005/8/layout/hierarchy2"/>
    <dgm:cxn modelId="{333EB923-BC79-AA4F-9016-EDB27854857C}" srcId="{9C7EEF4E-1A5D-114D-9EF2-FB243E4EB92D}" destId="{4158BAA1-55FB-7740-8E35-FF5D56160340}" srcOrd="0" destOrd="0" parTransId="{C02CA3B4-1F0C-5A47-8A83-5E031350C4A6}" sibTransId="{557EB232-A020-7C4B-9C97-847E3F411D5E}"/>
    <dgm:cxn modelId="{2778E023-4126-5948-8851-BF9C8EA297FB}" type="presOf" srcId="{B5A29754-B344-F144-AF79-6D0F9E88351B}" destId="{4C20A098-EB3A-D548-8ECB-F3C1044075F5}" srcOrd="0" destOrd="0" presId="urn:microsoft.com/office/officeart/2005/8/layout/hierarchy2"/>
    <dgm:cxn modelId="{5AA4D239-F85B-DD41-A0A6-3E5E4DC25D22}" type="presOf" srcId="{8FE71DB3-06B8-0A45-9DA4-7B18325880D7}" destId="{BA45F27D-78D2-3742-BC38-245D1AEDFF84}" srcOrd="0" destOrd="0" presId="urn:microsoft.com/office/officeart/2005/8/layout/hierarchy2"/>
    <dgm:cxn modelId="{775A2941-CAAD-F84A-B212-A27822649C80}" type="presOf" srcId="{FE133360-2C68-3540-AB35-5F020DCF1FB3}" destId="{693BD7E2-04C3-8D4A-AED0-836692082914}" srcOrd="0" destOrd="0" presId="urn:microsoft.com/office/officeart/2005/8/layout/hierarchy2"/>
    <dgm:cxn modelId="{8C46D842-79FE-B944-B30A-1BF8F233292D}" srcId="{FE133360-2C68-3540-AB35-5F020DCF1FB3}" destId="{C1D86B7C-668A-894F-9A45-E90AD4587034}" srcOrd="0" destOrd="0" parTransId="{27DAA00C-8ED0-0447-8D63-BDE0DC23C5C5}" sibTransId="{2600880C-42E5-7A44-AEB4-B127F298256F}"/>
    <dgm:cxn modelId="{668CF344-A8EB-3444-A3B8-707C4E0F725C}" type="presOf" srcId="{27DAA00C-8ED0-0447-8D63-BDE0DC23C5C5}" destId="{E7EC879E-DEBE-7545-BC76-ACD2744C6D38}" srcOrd="1" destOrd="0" presId="urn:microsoft.com/office/officeart/2005/8/layout/hierarchy2"/>
    <dgm:cxn modelId="{4AD17B4B-2BFB-DA45-AF89-64A02C974BBD}" srcId="{E53CC957-B16E-CC4C-B83E-F30DF3913C20}" destId="{9C5950AE-4815-5941-A951-79316D23CC4D}" srcOrd="2" destOrd="0" parTransId="{00415035-6FD4-334D-9E31-9683BBE342D8}" sibTransId="{4CF4FD13-F0FE-D64C-8531-9A360EC572C1}"/>
    <dgm:cxn modelId="{7E636251-E1B6-8243-8245-E9E6A0EA7FC7}" srcId="{FE133360-2C68-3540-AB35-5F020DCF1FB3}" destId="{8FE71DB3-06B8-0A45-9DA4-7B18325880D7}" srcOrd="2" destOrd="0" parTransId="{8706135D-A77F-C24F-BA92-D4613188427C}" sibTransId="{3C139058-2DED-C648-A5F0-911356A46F26}"/>
    <dgm:cxn modelId="{5A0A3954-AA7D-084C-B914-865D51FEF9C5}" type="presOf" srcId="{00415035-6FD4-334D-9E31-9683BBE342D8}" destId="{7F3BE046-6F90-E34A-8E9B-0944093CFD3F}" srcOrd="0" destOrd="0" presId="urn:microsoft.com/office/officeart/2005/8/layout/hierarchy2"/>
    <dgm:cxn modelId="{475F9255-D9DB-164F-95E1-48428B041A4C}" type="presOf" srcId="{CD6610CD-4722-1444-9339-DB43DBBEA48B}" destId="{9173C954-DD04-DC45-A786-91F263105A4D}" srcOrd="0" destOrd="0" presId="urn:microsoft.com/office/officeart/2005/8/layout/hierarchy2"/>
    <dgm:cxn modelId="{A64F6E61-A19E-9844-AEAC-82806FFDF54F}" srcId="{CD6610CD-4722-1444-9339-DB43DBBEA48B}" destId="{E53CC957-B16E-CC4C-B83E-F30DF3913C20}" srcOrd="0" destOrd="0" parTransId="{805CA997-C88A-7848-92D1-5E72AD505F77}" sibTransId="{0E14EC99-DC91-EB4A-9A8C-A792387C4EBC}"/>
    <dgm:cxn modelId="{CA1BF764-2D4A-A640-B8C0-1E946F5D0F50}" type="presOf" srcId="{8706135D-A77F-C24F-BA92-D4613188427C}" destId="{B63B1BBE-4384-5840-81FC-2A44D1A2E38B}" srcOrd="0" destOrd="0" presId="urn:microsoft.com/office/officeart/2005/8/layout/hierarchy2"/>
    <dgm:cxn modelId="{5333AD67-0A99-B04A-B33A-27D13C4A0A12}" type="presOf" srcId="{2518A1A3-3B9B-BF4E-9600-54FF1E29A735}" destId="{5C114CC2-43B2-CE4E-8876-D39851260FD2}" srcOrd="0" destOrd="0" presId="urn:microsoft.com/office/officeart/2005/8/layout/hierarchy2"/>
    <dgm:cxn modelId="{F6EB966C-FC4A-4F47-A3F3-7ECC5A066C53}" type="presOf" srcId="{27DAA00C-8ED0-0447-8D63-BDE0DC23C5C5}" destId="{BD70F5F7-D64F-6E40-85B8-0B93EB11A9C3}" srcOrd="0" destOrd="0" presId="urn:microsoft.com/office/officeart/2005/8/layout/hierarchy2"/>
    <dgm:cxn modelId="{04B5436D-FE11-6147-A40E-FF71C56DF6AC}" type="presOf" srcId="{F89B4444-BC4F-A849-A22F-29B1F66F7A8C}" destId="{3FEA7C33-F419-A54B-AF71-450AEDEDCCBA}" srcOrd="1" destOrd="0" presId="urn:microsoft.com/office/officeart/2005/8/layout/hierarchy2"/>
    <dgm:cxn modelId="{BC6A8F78-8D34-C849-B8B0-36FE6A154320}" type="presOf" srcId="{796208CA-F2AA-6C4C-9AC0-EC4228A35D43}" destId="{A536DD64-0A9B-A044-8951-C1A1E534983E}" srcOrd="1" destOrd="0" presId="urn:microsoft.com/office/officeart/2005/8/layout/hierarchy2"/>
    <dgm:cxn modelId="{3787E279-20DA-A842-8F3C-F06C601ECBA4}" type="presOf" srcId="{C02CA3B4-1F0C-5A47-8A83-5E031350C4A6}" destId="{05FE5C34-D2C1-2244-B969-2CF7FF3FE351}" srcOrd="1" destOrd="0" presId="urn:microsoft.com/office/officeart/2005/8/layout/hierarchy2"/>
    <dgm:cxn modelId="{900E8487-0C34-FA48-B6D7-124ADAAAB026}" type="presOf" srcId="{00415035-6FD4-334D-9E31-9683BBE342D8}" destId="{F4F44901-BF55-9F4A-804E-B11A684E5150}" srcOrd="1" destOrd="0" presId="urn:microsoft.com/office/officeart/2005/8/layout/hierarchy2"/>
    <dgm:cxn modelId="{60722989-3ACC-3645-ADFB-6715A8160F31}" type="presOf" srcId="{4158BAA1-55FB-7740-8E35-FF5D56160340}" destId="{9AB2EF6A-3E41-D443-892E-82EDC57BF976}" srcOrd="0" destOrd="0" presId="urn:microsoft.com/office/officeart/2005/8/layout/hierarchy2"/>
    <dgm:cxn modelId="{60C7A78A-BA4B-324B-AB65-9E4D549C2230}" type="presOf" srcId="{9876B740-A8F1-A040-9BA3-713B8E32B54B}" destId="{A6415701-67BA-AC42-9AF9-C918114F0712}" srcOrd="0" destOrd="0" presId="urn:microsoft.com/office/officeart/2005/8/layout/hierarchy2"/>
    <dgm:cxn modelId="{40071190-476E-0A49-904D-CD2D3F451AC9}" type="presOf" srcId="{9C7EEF4E-1A5D-114D-9EF2-FB243E4EB92D}" destId="{42EEAAB4-402C-744E-91CE-18EBE61980BC}" srcOrd="0" destOrd="0" presId="urn:microsoft.com/office/officeart/2005/8/layout/hierarchy2"/>
    <dgm:cxn modelId="{7619D690-71B8-4A4E-9148-DCBD17782386}" type="presOf" srcId="{9C5950AE-4815-5941-A951-79316D23CC4D}" destId="{E9D915B5-C4C2-FB44-83F6-150928D63E51}" srcOrd="0" destOrd="0" presId="urn:microsoft.com/office/officeart/2005/8/layout/hierarchy2"/>
    <dgm:cxn modelId="{D02A8F91-DF04-0044-B381-82DAF7F081E0}" type="presOf" srcId="{F89B4444-BC4F-A849-A22F-29B1F66F7A8C}" destId="{025A21C1-2902-8C43-B227-FD96D2E72C90}" srcOrd="0" destOrd="0" presId="urn:microsoft.com/office/officeart/2005/8/layout/hierarchy2"/>
    <dgm:cxn modelId="{9FD59E9A-634B-B949-A237-8A837069DFEC}" type="presOf" srcId="{4AF39647-CE44-184F-9B2C-3751A9620719}" destId="{88296BAB-7F0A-AD4A-BDDD-7DE44577D157}" srcOrd="0" destOrd="0" presId="urn:microsoft.com/office/officeart/2005/8/layout/hierarchy2"/>
    <dgm:cxn modelId="{0CBB2EA0-0758-0047-8114-01F1A672A294}" type="presOf" srcId="{1420521A-5FB4-6B4B-9899-764755DD3CCE}" destId="{D8DC87CC-0D17-394C-9732-22A312D35898}" srcOrd="0" destOrd="0" presId="urn:microsoft.com/office/officeart/2005/8/layout/hierarchy2"/>
    <dgm:cxn modelId="{8A79B8A4-49AC-794F-A344-73B90DD96478}" srcId="{E53CC957-B16E-CC4C-B83E-F30DF3913C20}" destId="{9C7EEF4E-1A5D-114D-9EF2-FB243E4EB92D}" srcOrd="0" destOrd="0" parTransId="{F89B4444-BC4F-A849-A22F-29B1F66F7A8C}" sibTransId="{65BB5FD1-01D2-DF4E-AEE7-67BB6953DF17}"/>
    <dgm:cxn modelId="{E81DDFB4-0773-F846-A436-5E4B420D8458}" srcId="{FE133360-2C68-3540-AB35-5F020DCF1FB3}" destId="{B5A29754-B344-F144-AF79-6D0F9E88351B}" srcOrd="1" destOrd="0" parTransId="{4AF39647-CE44-184F-9B2C-3751A9620719}" sibTransId="{57D7C69D-A921-8548-908D-B3AC6CB4F5AF}"/>
    <dgm:cxn modelId="{E8634EB6-02FB-BF40-B014-5316BE67C312}" type="presOf" srcId="{1420521A-5FB4-6B4B-9899-764755DD3CCE}" destId="{69034C11-F0F2-154D-AF9D-AF43937BF8B1}" srcOrd="1" destOrd="0" presId="urn:microsoft.com/office/officeart/2005/8/layout/hierarchy2"/>
    <dgm:cxn modelId="{C892E4BB-50F6-2648-9844-EA5332E053E8}" type="presOf" srcId="{9876B740-A8F1-A040-9BA3-713B8E32B54B}" destId="{D1A490AA-74CC-6E46-86E4-E6ACA423B3B2}" srcOrd="1" destOrd="0" presId="urn:microsoft.com/office/officeart/2005/8/layout/hierarchy2"/>
    <dgm:cxn modelId="{920EEDBB-9FF4-DF47-BF1F-24A7D8E17B93}" srcId="{9C7EEF4E-1A5D-114D-9EF2-FB243E4EB92D}" destId="{C3646E4D-2420-5044-85BF-34D0621D1BE7}" srcOrd="1" destOrd="0" parTransId="{A902F188-E4F3-A94C-99AF-05074FDEE52B}" sibTransId="{DFBF6A64-FC28-F041-ABA7-8DD832F746C0}"/>
    <dgm:cxn modelId="{507D97C4-9A08-494B-8FC4-01AE055B001F}" type="presOf" srcId="{E53CC957-B16E-CC4C-B83E-F30DF3913C20}" destId="{310A9E8B-C66A-6341-A6F0-BE38A325039E}" srcOrd="0" destOrd="0" presId="urn:microsoft.com/office/officeart/2005/8/layout/hierarchy2"/>
    <dgm:cxn modelId="{F107EDDA-BC68-8E46-A3DA-41FED1D21EDF}" type="presOf" srcId="{A902F188-E4F3-A94C-99AF-05074FDEE52B}" destId="{F78D5C80-389E-B546-8F6E-6C3980F726FD}" srcOrd="1" destOrd="0" presId="urn:microsoft.com/office/officeart/2005/8/layout/hierarchy2"/>
    <dgm:cxn modelId="{9380C2EB-0D7E-3849-8EB7-5C018E68F56B}" type="presOf" srcId="{C02CA3B4-1F0C-5A47-8A83-5E031350C4A6}" destId="{A6E78CDB-AC64-4647-9387-70B1C1D5CAEE}" srcOrd="0" destOrd="0" presId="urn:microsoft.com/office/officeart/2005/8/layout/hierarchy2"/>
    <dgm:cxn modelId="{146CF8EE-9F1F-9444-90E6-70C2A74E615D}" srcId="{E53CC957-B16E-CC4C-B83E-F30DF3913C20}" destId="{A82E95B5-FCB2-8148-AD8C-2850D7E83C6D}" srcOrd="1" destOrd="0" parTransId="{796208CA-F2AA-6C4C-9AC0-EC4228A35D43}" sibTransId="{853682B3-45A6-7845-9787-9B25E44BD936}"/>
    <dgm:cxn modelId="{4251A0F3-CFAC-064B-B336-173D2FDFB0AD}" type="presOf" srcId="{A902F188-E4F3-A94C-99AF-05074FDEE52B}" destId="{62C6A7CD-F65F-3545-B8B5-3653F1F89668}" srcOrd="0" destOrd="0" presId="urn:microsoft.com/office/officeart/2005/8/layout/hierarchy2"/>
    <dgm:cxn modelId="{E74553F9-C243-0D46-9D45-FEF6D2ACA8A0}" srcId="{4158BAA1-55FB-7740-8E35-FF5D56160340}" destId="{2518A1A3-3B9B-BF4E-9600-54FF1E29A735}" srcOrd="1" destOrd="0" parTransId="{9876B740-A8F1-A040-9BA3-713B8E32B54B}" sibTransId="{0372814A-6493-C34A-844C-6442180C87D8}"/>
    <dgm:cxn modelId="{F941BDF9-113C-CF44-9D3E-7E295F4D29A1}" type="presOf" srcId="{C1D86B7C-668A-894F-9A45-E90AD4587034}" destId="{EADFF1F4-D298-D04E-B608-9F36DDEA2D0C}" srcOrd="0" destOrd="0" presId="urn:microsoft.com/office/officeart/2005/8/layout/hierarchy2"/>
    <dgm:cxn modelId="{5077A623-DFCA-3E44-B797-D88BA736CABC}" type="presParOf" srcId="{9173C954-DD04-DC45-A786-91F263105A4D}" destId="{968F5079-20B1-C04A-B8F4-7835609ED212}" srcOrd="0" destOrd="0" presId="urn:microsoft.com/office/officeart/2005/8/layout/hierarchy2"/>
    <dgm:cxn modelId="{0967C5CB-2B73-5C47-845F-E6D77460FCCF}" type="presParOf" srcId="{968F5079-20B1-C04A-B8F4-7835609ED212}" destId="{310A9E8B-C66A-6341-A6F0-BE38A325039E}" srcOrd="0" destOrd="0" presId="urn:microsoft.com/office/officeart/2005/8/layout/hierarchy2"/>
    <dgm:cxn modelId="{C1BA0C28-2A7B-7A4D-B0F3-A41059B5BFD3}" type="presParOf" srcId="{968F5079-20B1-C04A-B8F4-7835609ED212}" destId="{321F6ECB-A151-C343-B089-8F41ED6E1F47}" srcOrd="1" destOrd="0" presId="urn:microsoft.com/office/officeart/2005/8/layout/hierarchy2"/>
    <dgm:cxn modelId="{C830FACE-51EC-214A-9CF0-18E4D3206DFC}" type="presParOf" srcId="{321F6ECB-A151-C343-B089-8F41ED6E1F47}" destId="{025A21C1-2902-8C43-B227-FD96D2E72C90}" srcOrd="0" destOrd="0" presId="urn:microsoft.com/office/officeart/2005/8/layout/hierarchy2"/>
    <dgm:cxn modelId="{90000720-1654-F641-9C00-78ED9F7B1085}" type="presParOf" srcId="{025A21C1-2902-8C43-B227-FD96D2E72C90}" destId="{3FEA7C33-F419-A54B-AF71-450AEDEDCCBA}" srcOrd="0" destOrd="0" presId="urn:microsoft.com/office/officeart/2005/8/layout/hierarchy2"/>
    <dgm:cxn modelId="{4307625F-60E4-5F4E-9860-B29CC907B2D5}" type="presParOf" srcId="{321F6ECB-A151-C343-B089-8F41ED6E1F47}" destId="{ED78B0A9-FDBB-0B45-BDDF-276813ABCD9F}" srcOrd="1" destOrd="0" presId="urn:microsoft.com/office/officeart/2005/8/layout/hierarchy2"/>
    <dgm:cxn modelId="{217DDF8F-AE22-894A-8532-0FAFEF0E2662}" type="presParOf" srcId="{ED78B0A9-FDBB-0B45-BDDF-276813ABCD9F}" destId="{42EEAAB4-402C-744E-91CE-18EBE61980BC}" srcOrd="0" destOrd="0" presId="urn:microsoft.com/office/officeart/2005/8/layout/hierarchy2"/>
    <dgm:cxn modelId="{7A36FD4D-522C-2647-8637-9A297CF788B7}" type="presParOf" srcId="{ED78B0A9-FDBB-0B45-BDDF-276813ABCD9F}" destId="{66BAF47F-30FE-6E48-BCB2-C5484253C452}" srcOrd="1" destOrd="0" presId="urn:microsoft.com/office/officeart/2005/8/layout/hierarchy2"/>
    <dgm:cxn modelId="{67F17A9E-712F-7749-B41D-CF12E6B6B8DE}" type="presParOf" srcId="{66BAF47F-30FE-6E48-BCB2-C5484253C452}" destId="{A6E78CDB-AC64-4647-9387-70B1C1D5CAEE}" srcOrd="0" destOrd="0" presId="urn:microsoft.com/office/officeart/2005/8/layout/hierarchy2"/>
    <dgm:cxn modelId="{B12BF70F-87FD-DC48-877A-A8A6665E282A}" type="presParOf" srcId="{A6E78CDB-AC64-4647-9387-70B1C1D5CAEE}" destId="{05FE5C34-D2C1-2244-B969-2CF7FF3FE351}" srcOrd="0" destOrd="0" presId="urn:microsoft.com/office/officeart/2005/8/layout/hierarchy2"/>
    <dgm:cxn modelId="{19C6888C-BE59-C14D-8B8D-D54DB687CAAE}" type="presParOf" srcId="{66BAF47F-30FE-6E48-BCB2-C5484253C452}" destId="{1E53A05F-984A-144D-935C-530758E536F6}" srcOrd="1" destOrd="0" presId="urn:microsoft.com/office/officeart/2005/8/layout/hierarchy2"/>
    <dgm:cxn modelId="{CE877608-A745-3341-854C-F215EF07D2CA}" type="presParOf" srcId="{1E53A05F-984A-144D-935C-530758E536F6}" destId="{9AB2EF6A-3E41-D443-892E-82EDC57BF976}" srcOrd="0" destOrd="0" presId="urn:microsoft.com/office/officeart/2005/8/layout/hierarchy2"/>
    <dgm:cxn modelId="{E9275C9D-01E3-8043-86D3-5AD0C1D8F43B}" type="presParOf" srcId="{1E53A05F-984A-144D-935C-530758E536F6}" destId="{31BDA3B1-A698-6E4D-8E7E-06A3B5809419}" srcOrd="1" destOrd="0" presId="urn:microsoft.com/office/officeart/2005/8/layout/hierarchy2"/>
    <dgm:cxn modelId="{51304EDA-F2E1-A94A-A908-8595EAEB8612}" type="presParOf" srcId="{31BDA3B1-A698-6E4D-8E7E-06A3B5809419}" destId="{D8DC87CC-0D17-394C-9732-22A312D35898}" srcOrd="0" destOrd="0" presId="urn:microsoft.com/office/officeart/2005/8/layout/hierarchy2"/>
    <dgm:cxn modelId="{4E02FDD0-4A9C-6D4A-9982-A17ED2C98091}" type="presParOf" srcId="{D8DC87CC-0D17-394C-9732-22A312D35898}" destId="{69034C11-F0F2-154D-AF9D-AF43937BF8B1}" srcOrd="0" destOrd="0" presId="urn:microsoft.com/office/officeart/2005/8/layout/hierarchy2"/>
    <dgm:cxn modelId="{90063C82-D947-9D4E-9877-F77B5B1FAD97}" type="presParOf" srcId="{31BDA3B1-A698-6E4D-8E7E-06A3B5809419}" destId="{8444B5DC-5981-7949-892B-38A1B96E550F}" srcOrd="1" destOrd="0" presId="urn:microsoft.com/office/officeart/2005/8/layout/hierarchy2"/>
    <dgm:cxn modelId="{658489E2-0696-E54F-81B6-71276F371A1C}" type="presParOf" srcId="{8444B5DC-5981-7949-892B-38A1B96E550F}" destId="{693BD7E2-04C3-8D4A-AED0-836692082914}" srcOrd="0" destOrd="0" presId="urn:microsoft.com/office/officeart/2005/8/layout/hierarchy2"/>
    <dgm:cxn modelId="{D891D7F9-7B41-2E43-9D08-BEC0A5C49C51}" type="presParOf" srcId="{8444B5DC-5981-7949-892B-38A1B96E550F}" destId="{F9085016-9F33-F046-9395-3D13815A608E}" srcOrd="1" destOrd="0" presId="urn:microsoft.com/office/officeart/2005/8/layout/hierarchy2"/>
    <dgm:cxn modelId="{11D81E5B-1149-F343-AF09-5F4A02698443}" type="presParOf" srcId="{F9085016-9F33-F046-9395-3D13815A608E}" destId="{BD70F5F7-D64F-6E40-85B8-0B93EB11A9C3}" srcOrd="0" destOrd="0" presId="urn:microsoft.com/office/officeart/2005/8/layout/hierarchy2"/>
    <dgm:cxn modelId="{847B8966-22F9-A24D-ADB2-1DA0207E0CA1}" type="presParOf" srcId="{BD70F5F7-D64F-6E40-85B8-0B93EB11A9C3}" destId="{E7EC879E-DEBE-7545-BC76-ACD2744C6D38}" srcOrd="0" destOrd="0" presId="urn:microsoft.com/office/officeart/2005/8/layout/hierarchy2"/>
    <dgm:cxn modelId="{C0A4A451-03C9-4345-8870-EB8DF474F36C}" type="presParOf" srcId="{F9085016-9F33-F046-9395-3D13815A608E}" destId="{49FD96B4-7572-7F41-817B-F58DAD68D2C0}" srcOrd="1" destOrd="0" presId="urn:microsoft.com/office/officeart/2005/8/layout/hierarchy2"/>
    <dgm:cxn modelId="{8B6302CB-D363-BA48-ABA7-A33F551FA1E8}" type="presParOf" srcId="{49FD96B4-7572-7F41-817B-F58DAD68D2C0}" destId="{EADFF1F4-D298-D04E-B608-9F36DDEA2D0C}" srcOrd="0" destOrd="0" presId="urn:microsoft.com/office/officeart/2005/8/layout/hierarchy2"/>
    <dgm:cxn modelId="{E707484C-BC87-744D-8A43-3385878BAF2A}" type="presParOf" srcId="{49FD96B4-7572-7F41-817B-F58DAD68D2C0}" destId="{62F807B5-A210-8C4A-B1D7-C8C9662673BF}" srcOrd="1" destOrd="0" presId="urn:microsoft.com/office/officeart/2005/8/layout/hierarchy2"/>
    <dgm:cxn modelId="{8F616833-4A15-2A42-A9B4-BA77CD37F634}" type="presParOf" srcId="{F9085016-9F33-F046-9395-3D13815A608E}" destId="{88296BAB-7F0A-AD4A-BDDD-7DE44577D157}" srcOrd="2" destOrd="0" presId="urn:microsoft.com/office/officeart/2005/8/layout/hierarchy2"/>
    <dgm:cxn modelId="{263A946A-96DD-3C44-BE5B-3050D742BCE7}" type="presParOf" srcId="{88296BAB-7F0A-AD4A-BDDD-7DE44577D157}" destId="{A8747A8F-EBE9-494A-A536-A500CD59D324}" srcOrd="0" destOrd="0" presId="urn:microsoft.com/office/officeart/2005/8/layout/hierarchy2"/>
    <dgm:cxn modelId="{AA729632-78C5-114E-8C88-FAE7051E31CF}" type="presParOf" srcId="{F9085016-9F33-F046-9395-3D13815A608E}" destId="{A08D7340-595E-0D46-9F1A-5F7C3459521E}" srcOrd="3" destOrd="0" presId="urn:microsoft.com/office/officeart/2005/8/layout/hierarchy2"/>
    <dgm:cxn modelId="{8DE1C90F-3334-4648-A488-6F16CD9C24AD}" type="presParOf" srcId="{A08D7340-595E-0D46-9F1A-5F7C3459521E}" destId="{4C20A098-EB3A-D548-8ECB-F3C1044075F5}" srcOrd="0" destOrd="0" presId="urn:microsoft.com/office/officeart/2005/8/layout/hierarchy2"/>
    <dgm:cxn modelId="{1D77B43B-EF24-5F4D-9172-71EB69F84785}" type="presParOf" srcId="{A08D7340-595E-0D46-9F1A-5F7C3459521E}" destId="{87A1C64C-D07D-B046-8A8D-FA3B84A56D93}" srcOrd="1" destOrd="0" presId="urn:microsoft.com/office/officeart/2005/8/layout/hierarchy2"/>
    <dgm:cxn modelId="{C92D81E5-07ED-FD44-BECD-FFBC10DD32D0}" type="presParOf" srcId="{F9085016-9F33-F046-9395-3D13815A608E}" destId="{B63B1BBE-4384-5840-81FC-2A44D1A2E38B}" srcOrd="4" destOrd="0" presId="urn:microsoft.com/office/officeart/2005/8/layout/hierarchy2"/>
    <dgm:cxn modelId="{E132CD31-CC2D-A349-BA9B-CF5582EFA65C}" type="presParOf" srcId="{B63B1BBE-4384-5840-81FC-2A44D1A2E38B}" destId="{8F29131B-D80D-5D4B-B96F-710272E82B82}" srcOrd="0" destOrd="0" presId="urn:microsoft.com/office/officeart/2005/8/layout/hierarchy2"/>
    <dgm:cxn modelId="{D8CF66CB-97FB-D244-8C75-45A0F380A86A}" type="presParOf" srcId="{F9085016-9F33-F046-9395-3D13815A608E}" destId="{ACC98D72-0BC6-B54C-9DF9-EDB67C786BAF}" srcOrd="5" destOrd="0" presId="urn:microsoft.com/office/officeart/2005/8/layout/hierarchy2"/>
    <dgm:cxn modelId="{28BE7BC6-15A8-E44B-BE78-A37566579304}" type="presParOf" srcId="{ACC98D72-0BC6-B54C-9DF9-EDB67C786BAF}" destId="{BA45F27D-78D2-3742-BC38-245D1AEDFF84}" srcOrd="0" destOrd="0" presId="urn:microsoft.com/office/officeart/2005/8/layout/hierarchy2"/>
    <dgm:cxn modelId="{0D1A4F4F-604C-D64B-91E4-F454BD8E525C}" type="presParOf" srcId="{ACC98D72-0BC6-B54C-9DF9-EDB67C786BAF}" destId="{905FB9CC-A6DB-B54C-84F6-B3F0CD07DEDA}" srcOrd="1" destOrd="0" presId="urn:microsoft.com/office/officeart/2005/8/layout/hierarchy2"/>
    <dgm:cxn modelId="{F79EBA17-CFA3-0245-96EC-C7319FB41C2A}" type="presParOf" srcId="{31BDA3B1-A698-6E4D-8E7E-06A3B5809419}" destId="{A6415701-67BA-AC42-9AF9-C918114F0712}" srcOrd="2" destOrd="0" presId="urn:microsoft.com/office/officeart/2005/8/layout/hierarchy2"/>
    <dgm:cxn modelId="{FD8BD69C-A259-CE41-91C6-846961A8BB62}" type="presParOf" srcId="{A6415701-67BA-AC42-9AF9-C918114F0712}" destId="{D1A490AA-74CC-6E46-86E4-E6ACA423B3B2}" srcOrd="0" destOrd="0" presId="urn:microsoft.com/office/officeart/2005/8/layout/hierarchy2"/>
    <dgm:cxn modelId="{951F6CA7-9A3A-4442-93AC-4C2A93EA44C5}" type="presParOf" srcId="{31BDA3B1-A698-6E4D-8E7E-06A3B5809419}" destId="{9DAFE33D-8895-984F-BF9E-7F7B9DCE0A83}" srcOrd="3" destOrd="0" presId="urn:microsoft.com/office/officeart/2005/8/layout/hierarchy2"/>
    <dgm:cxn modelId="{8C982B97-49D1-2A43-9DA8-E0B4EF34313F}" type="presParOf" srcId="{9DAFE33D-8895-984F-BF9E-7F7B9DCE0A83}" destId="{5C114CC2-43B2-CE4E-8876-D39851260FD2}" srcOrd="0" destOrd="0" presId="urn:microsoft.com/office/officeart/2005/8/layout/hierarchy2"/>
    <dgm:cxn modelId="{CBC10269-B5DD-514A-9435-F7F63F4E7A69}" type="presParOf" srcId="{9DAFE33D-8895-984F-BF9E-7F7B9DCE0A83}" destId="{A4399643-26C0-4745-9B7E-7A33DD2E0705}" srcOrd="1" destOrd="0" presId="urn:microsoft.com/office/officeart/2005/8/layout/hierarchy2"/>
    <dgm:cxn modelId="{9905B26E-350E-E740-8EF7-F8390A573CF3}" type="presParOf" srcId="{66BAF47F-30FE-6E48-BCB2-C5484253C452}" destId="{62C6A7CD-F65F-3545-B8B5-3653F1F89668}" srcOrd="2" destOrd="0" presId="urn:microsoft.com/office/officeart/2005/8/layout/hierarchy2"/>
    <dgm:cxn modelId="{2334B356-4865-1046-8EB1-1CC9DDE89A56}" type="presParOf" srcId="{62C6A7CD-F65F-3545-B8B5-3653F1F89668}" destId="{F78D5C80-389E-B546-8F6E-6C3980F726FD}" srcOrd="0" destOrd="0" presId="urn:microsoft.com/office/officeart/2005/8/layout/hierarchy2"/>
    <dgm:cxn modelId="{BA239496-9D6D-AA4E-B8F1-3A1F1B30242C}" type="presParOf" srcId="{66BAF47F-30FE-6E48-BCB2-C5484253C452}" destId="{5D0895C7-FF0A-A94F-BFFB-6F5F8A231EDA}" srcOrd="3" destOrd="0" presId="urn:microsoft.com/office/officeart/2005/8/layout/hierarchy2"/>
    <dgm:cxn modelId="{D9DBAA31-63C6-6E48-A83D-03C72FFCA195}" type="presParOf" srcId="{5D0895C7-FF0A-A94F-BFFB-6F5F8A231EDA}" destId="{2FD4EE2D-F72C-3B4E-900B-B21F05248561}" srcOrd="0" destOrd="0" presId="urn:microsoft.com/office/officeart/2005/8/layout/hierarchy2"/>
    <dgm:cxn modelId="{095B0091-D1BC-E545-AAAE-BE4DAE9EA135}" type="presParOf" srcId="{5D0895C7-FF0A-A94F-BFFB-6F5F8A231EDA}" destId="{2E6F607E-87D3-9A43-8FF3-7A78E1C8C605}" srcOrd="1" destOrd="0" presId="urn:microsoft.com/office/officeart/2005/8/layout/hierarchy2"/>
    <dgm:cxn modelId="{9425CA85-3429-254A-8A94-BAC559C0C28D}" type="presParOf" srcId="{321F6ECB-A151-C343-B089-8F41ED6E1F47}" destId="{2AC93CD1-C72D-C048-B390-8D09F68A6D65}" srcOrd="2" destOrd="0" presId="urn:microsoft.com/office/officeart/2005/8/layout/hierarchy2"/>
    <dgm:cxn modelId="{7C827D71-434D-4C43-8721-DA76F4D70077}" type="presParOf" srcId="{2AC93CD1-C72D-C048-B390-8D09F68A6D65}" destId="{A536DD64-0A9B-A044-8951-C1A1E534983E}" srcOrd="0" destOrd="0" presId="urn:microsoft.com/office/officeart/2005/8/layout/hierarchy2"/>
    <dgm:cxn modelId="{4AB62AB7-CBA6-8147-81B6-DAF028358DD3}" type="presParOf" srcId="{321F6ECB-A151-C343-B089-8F41ED6E1F47}" destId="{72965D5F-82BD-614C-9A92-2509215A22B5}" srcOrd="3" destOrd="0" presId="urn:microsoft.com/office/officeart/2005/8/layout/hierarchy2"/>
    <dgm:cxn modelId="{5F15C7EF-8E0D-7F45-B172-ABD7B4B37C00}" type="presParOf" srcId="{72965D5F-82BD-614C-9A92-2509215A22B5}" destId="{420396A9-5B4D-3440-8AE9-1A97BA633B1A}" srcOrd="0" destOrd="0" presId="urn:microsoft.com/office/officeart/2005/8/layout/hierarchy2"/>
    <dgm:cxn modelId="{FAD2A494-8166-2D40-8204-F03300BDF3AA}" type="presParOf" srcId="{72965D5F-82BD-614C-9A92-2509215A22B5}" destId="{E425E4B8-E265-3845-88A9-651E8985CE77}" srcOrd="1" destOrd="0" presId="urn:microsoft.com/office/officeart/2005/8/layout/hierarchy2"/>
    <dgm:cxn modelId="{2EF27ED7-9A75-7A4C-8BF4-C3D7580C5AF8}" type="presParOf" srcId="{321F6ECB-A151-C343-B089-8F41ED6E1F47}" destId="{7F3BE046-6F90-E34A-8E9B-0944093CFD3F}" srcOrd="4" destOrd="0" presId="urn:microsoft.com/office/officeart/2005/8/layout/hierarchy2"/>
    <dgm:cxn modelId="{43E281B6-ACAF-E948-8336-C9623146BF4B}" type="presParOf" srcId="{7F3BE046-6F90-E34A-8E9B-0944093CFD3F}" destId="{F4F44901-BF55-9F4A-804E-B11A684E5150}" srcOrd="0" destOrd="0" presId="urn:microsoft.com/office/officeart/2005/8/layout/hierarchy2"/>
    <dgm:cxn modelId="{EA62029F-001C-8540-AA24-AE03667D6C2D}" type="presParOf" srcId="{321F6ECB-A151-C343-B089-8F41ED6E1F47}" destId="{D5528869-267D-3549-A82D-1E0D712EE193}" srcOrd="5" destOrd="0" presId="urn:microsoft.com/office/officeart/2005/8/layout/hierarchy2"/>
    <dgm:cxn modelId="{7089356C-187F-994A-A37F-CA6F11DEC3A8}" type="presParOf" srcId="{D5528869-267D-3549-A82D-1E0D712EE193}" destId="{E9D915B5-C4C2-FB44-83F6-150928D63E51}" srcOrd="0" destOrd="0" presId="urn:microsoft.com/office/officeart/2005/8/layout/hierarchy2"/>
    <dgm:cxn modelId="{8793175B-2D29-4F41-89B7-63A38BAC6BA1}" type="presParOf" srcId="{D5528869-267D-3549-A82D-1E0D712EE193}" destId="{562C551A-2D37-CE4D-BB2A-1A472D6D1F24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/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/>
            <a:t>C</a:t>
          </a:r>
          <a:r>
            <a:rPr lang="en-US" sz="18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3099A05-C6D8-5140-BD34-A6DD35AB2073}" type="doc">
      <dgm:prSet loTypeId="urn:microsoft.com/office/officeart/2005/8/layout/pyramid3" loCatId="" qsTypeId="urn:microsoft.com/office/officeart/2005/8/quickstyle/simple1" qsCatId="simple" csTypeId="urn:microsoft.com/office/officeart/2005/8/colors/accent1_2" csCatId="accent1" phldr="1"/>
      <dgm:spPr/>
    </dgm:pt>
    <dgm:pt modelId="{08FE9631-53C4-EF4A-A20D-C96BBECB76B8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000" b="1" dirty="0"/>
            <a:t>A</a:t>
          </a:r>
          <a:r>
            <a:rPr lang="en-US" sz="4000" dirty="0"/>
            <a:t>cquisition</a:t>
          </a:r>
        </a:p>
      </dgm:t>
    </dgm:pt>
    <dgm:pt modelId="{FAEA8600-C3CD-0B4E-A206-E4885CA6CBE7}" type="parTrans" cxnId="{A30EC89C-3F6B-3042-BE07-C56B799E44D4}">
      <dgm:prSet/>
      <dgm:spPr/>
      <dgm:t>
        <a:bodyPr/>
        <a:lstStyle/>
        <a:p>
          <a:endParaRPr lang="en-US"/>
        </a:p>
      </dgm:t>
    </dgm:pt>
    <dgm:pt modelId="{30A33EF6-B487-3547-9346-F4F93CBF7B33}" type="sibTrans" cxnId="{A30EC89C-3F6B-3042-BE07-C56B799E44D4}">
      <dgm:prSet/>
      <dgm:spPr/>
      <dgm:t>
        <a:bodyPr/>
        <a:lstStyle/>
        <a:p>
          <a:endParaRPr lang="en-US"/>
        </a:p>
      </dgm:t>
    </dgm:pt>
    <dgm:pt modelId="{FB92C892-F68C-0342-AE4A-610F51581B43}">
      <dgm:prSet phldrT="[Text]" custT="1"/>
      <dgm:spPr/>
      <dgm:t>
        <a:bodyPr/>
        <a:lstStyle/>
        <a:p>
          <a:r>
            <a:rPr lang="en-US" sz="3200" b="1" dirty="0"/>
            <a:t>B</a:t>
          </a:r>
          <a:r>
            <a:rPr lang="en-US" sz="3200" dirty="0"/>
            <a:t>ehavior</a:t>
          </a:r>
        </a:p>
      </dgm:t>
    </dgm:pt>
    <dgm:pt modelId="{4BE991B4-60B5-6E4C-B3D4-8F5828A92AD7}" type="parTrans" cxnId="{8B88893F-5589-E443-BF1C-EE363119C5EE}">
      <dgm:prSet/>
      <dgm:spPr/>
      <dgm:t>
        <a:bodyPr/>
        <a:lstStyle/>
        <a:p>
          <a:endParaRPr lang="en-US"/>
        </a:p>
      </dgm:t>
    </dgm:pt>
    <dgm:pt modelId="{EB04C77E-C8D2-964B-BC5B-454FBA201448}" type="sibTrans" cxnId="{8B88893F-5589-E443-BF1C-EE363119C5EE}">
      <dgm:prSet/>
      <dgm:spPr/>
      <dgm:t>
        <a:bodyPr/>
        <a:lstStyle/>
        <a:p>
          <a:endParaRPr lang="en-US"/>
        </a:p>
      </dgm:t>
    </dgm:pt>
    <dgm:pt modelId="{6F58BBAB-17DF-364A-BBC2-D4569B0F6DBE}">
      <dgm:prSet phldrT="[Text]" custT="1"/>
      <dgm:spPr/>
      <dgm:t>
        <a:bodyPr/>
        <a:lstStyle/>
        <a:p>
          <a:r>
            <a:rPr lang="en-US" sz="2400" b="1" dirty="0"/>
            <a:t>C</a:t>
          </a:r>
          <a:r>
            <a:rPr lang="en-US" sz="2400" dirty="0"/>
            <a:t>onversion</a:t>
          </a:r>
        </a:p>
      </dgm:t>
    </dgm:pt>
    <dgm:pt modelId="{D025FA54-3EA0-9447-8F03-E49491C144CC}" type="parTrans" cxnId="{15C3F010-DBE0-254C-92EF-EB8CE4BA3928}">
      <dgm:prSet/>
      <dgm:spPr/>
      <dgm:t>
        <a:bodyPr/>
        <a:lstStyle/>
        <a:p>
          <a:endParaRPr lang="en-US"/>
        </a:p>
      </dgm:t>
    </dgm:pt>
    <dgm:pt modelId="{7D687852-1C1B-B841-9C16-FFB2EE9518D5}" type="sibTrans" cxnId="{15C3F010-DBE0-254C-92EF-EB8CE4BA3928}">
      <dgm:prSet/>
      <dgm:spPr/>
      <dgm:t>
        <a:bodyPr/>
        <a:lstStyle/>
        <a:p>
          <a:endParaRPr lang="en-US"/>
        </a:p>
      </dgm:t>
    </dgm:pt>
    <dgm:pt modelId="{1D23C519-BCE2-DF4B-8800-27C856BE075B}" type="pres">
      <dgm:prSet presAssocID="{23099A05-C6D8-5140-BD34-A6DD35AB2073}" presName="Name0" presStyleCnt="0">
        <dgm:presLayoutVars>
          <dgm:dir/>
          <dgm:animLvl val="lvl"/>
          <dgm:resizeHandles val="exact"/>
        </dgm:presLayoutVars>
      </dgm:prSet>
      <dgm:spPr/>
    </dgm:pt>
    <dgm:pt modelId="{1F620D4C-F2CD-2D4E-8E61-D9E97CCDCF49}" type="pres">
      <dgm:prSet presAssocID="{08FE9631-53C4-EF4A-A20D-C96BBECB76B8}" presName="Name8" presStyleCnt="0"/>
      <dgm:spPr/>
    </dgm:pt>
    <dgm:pt modelId="{27704A52-DC90-284F-A626-04C1A49D7CCB}" type="pres">
      <dgm:prSet presAssocID="{08FE9631-53C4-EF4A-A20D-C96BBECB76B8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0A61F7-5625-284A-860B-482B3B044132}" type="pres">
      <dgm:prSet presAssocID="{08FE9631-53C4-EF4A-A20D-C96BBECB76B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BB97146-B39B-D540-BBB0-8F2DF82A9F54}" type="pres">
      <dgm:prSet presAssocID="{FB92C892-F68C-0342-AE4A-610F51581B43}" presName="Name8" presStyleCnt="0"/>
      <dgm:spPr/>
    </dgm:pt>
    <dgm:pt modelId="{3E8DDCB4-C402-EE46-8245-D4D15885222A}" type="pres">
      <dgm:prSet presAssocID="{FB92C892-F68C-0342-AE4A-610F51581B43}" presName="level" presStyleLbl="node1" presStyleIdx="1" presStyleCnt="3">
        <dgm:presLayoutVars>
          <dgm:chMax val="1"/>
          <dgm:bulletEnabled val="1"/>
        </dgm:presLayoutVars>
      </dgm:prSet>
      <dgm:spPr/>
    </dgm:pt>
    <dgm:pt modelId="{C5415583-274E-9D42-9797-4902B4783706}" type="pres">
      <dgm:prSet presAssocID="{FB92C892-F68C-0342-AE4A-610F51581B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C42F3B1-B458-CA4D-8F74-01CBEC7A297B}" type="pres">
      <dgm:prSet presAssocID="{6F58BBAB-17DF-364A-BBC2-D4569B0F6DBE}" presName="Name8" presStyleCnt="0"/>
      <dgm:spPr/>
    </dgm:pt>
    <dgm:pt modelId="{C77C686A-C9DF-0C4E-B4C9-D69523B113C4}" type="pres">
      <dgm:prSet presAssocID="{6F58BBAB-17DF-364A-BBC2-D4569B0F6DBE}" presName="level" presStyleLbl="node1" presStyleIdx="2" presStyleCnt="3" custLinFactNeighborY="29963">
        <dgm:presLayoutVars>
          <dgm:chMax val="1"/>
          <dgm:bulletEnabled val="1"/>
        </dgm:presLayoutVars>
      </dgm:prSet>
      <dgm:spPr/>
    </dgm:pt>
    <dgm:pt modelId="{69493EB6-7095-6B4E-A699-AAEC5DD2ACBD}" type="pres">
      <dgm:prSet presAssocID="{6F58BBAB-17DF-364A-BBC2-D4569B0F6D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5C3F010-DBE0-254C-92EF-EB8CE4BA3928}" srcId="{23099A05-C6D8-5140-BD34-A6DD35AB2073}" destId="{6F58BBAB-17DF-364A-BBC2-D4569B0F6DBE}" srcOrd="2" destOrd="0" parTransId="{D025FA54-3EA0-9447-8F03-E49491C144CC}" sibTransId="{7D687852-1C1B-B841-9C16-FFB2EE9518D5}"/>
    <dgm:cxn modelId="{F9384130-37C2-754F-B4B6-3E306CADE4A4}" type="presOf" srcId="{FB92C892-F68C-0342-AE4A-610F51581B43}" destId="{3E8DDCB4-C402-EE46-8245-D4D15885222A}" srcOrd="0" destOrd="0" presId="urn:microsoft.com/office/officeart/2005/8/layout/pyramid3"/>
    <dgm:cxn modelId="{8B88893F-5589-E443-BF1C-EE363119C5EE}" srcId="{23099A05-C6D8-5140-BD34-A6DD35AB2073}" destId="{FB92C892-F68C-0342-AE4A-610F51581B43}" srcOrd="1" destOrd="0" parTransId="{4BE991B4-60B5-6E4C-B3D4-8F5828A92AD7}" sibTransId="{EB04C77E-C8D2-964B-BC5B-454FBA201448}"/>
    <dgm:cxn modelId="{4789C54A-5391-CE43-9F4F-05928BE23038}" type="presOf" srcId="{FB92C892-F68C-0342-AE4A-610F51581B43}" destId="{C5415583-274E-9D42-9797-4902B4783706}" srcOrd="1" destOrd="0" presId="urn:microsoft.com/office/officeart/2005/8/layout/pyramid3"/>
    <dgm:cxn modelId="{C55FA656-8ED6-8248-97FE-608DA30E5EF9}" type="presOf" srcId="{6F58BBAB-17DF-364A-BBC2-D4569B0F6DBE}" destId="{C77C686A-C9DF-0C4E-B4C9-D69523B113C4}" srcOrd="0" destOrd="0" presId="urn:microsoft.com/office/officeart/2005/8/layout/pyramid3"/>
    <dgm:cxn modelId="{8CE5236C-0055-014A-9954-4AEC67B9A56D}" type="presOf" srcId="{6F58BBAB-17DF-364A-BBC2-D4569B0F6DBE}" destId="{69493EB6-7095-6B4E-A699-AAEC5DD2ACBD}" srcOrd="1" destOrd="0" presId="urn:microsoft.com/office/officeart/2005/8/layout/pyramid3"/>
    <dgm:cxn modelId="{8B966A8A-205E-8045-B7A4-B3557C84C15F}" type="presOf" srcId="{23099A05-C6D8-5140-BD34-A6DD35AB2073}" destId="{1D23C519-BCE2-DF4B-8800-27C856BE075B}" srcOrd="0" destOrd="0" presId="urn:microsoft.com/office/officeart/2005/8/layout/pyramid3"/>
    <dgm:cxn modelId="{A30EC89C-3F6B-3042-BE07-C56B799E44D4}" srcId="{23099A05-C6D8-5140-BD34-A6DD35AB2073}" destId="{08FE9631-53C4-EF4A-A20D-C96BBECB76B8}" srcOrd="0" destOrd="0" parTransId="{FAEA8600-C3CD-0B4E-A206-E4885CA6CBE7}" sibTransId="{30A33EF6-B487-3547-9346-F4F93CBF7B33}"/>
    <dgm:cxn modelId="{D831A9AE-83EC-0F47-8D03-F81BBD12B766}" type="presOf" srcId="{08FE9631-53C4-EF4A-A20D-C96BBECB76B8}" destId="{0B0A61F7-5625-284A-860B-482B3B044132}" srcOrd="1" destOrd="0" presId="urn:microsoft.com/office/officeart/2005/8/layout/pyramid3"/>
    <dgm:cxn modelId="{584E7BB9-6269-2440-9C7D-58D94F76D28F}" type="presOf" srcId="{08FE9631-53C4-EF4A-A20D-C96BBECB76B8}" destId="{27704A52-DC90-284F-A626-04C1A49D7CCB}" srcOrd="0" destOrd="0" presId="urn:microsoft.com/office/officeart/2005/8/layout/pyramid3"/>
    <dgm:cxn modelId="{D477D8DD-5012-AF46-A6D5-3E2D8185F1CC}" type="presParOf" srcId="{1D23C519-BCE2-DF4B-8800-27C856BE075B}" destId="{1F620D4C-F2CD-2D4E-8E61-D9E97CCDCF49}" srcOrd="0" destOrd="0" presId="urn:microsoft.com/office/officeart/2005/8/layout/pyramid3"/>
    <dgm:cxn modelId="{480D65BE-50C4-0940-B94B-3114E6D3908A}" type="presParOf" srcId="{1F620D4C-F2CD-2D4E-8E61-D9E97CCDCF49}" destId="{27704A52-DC90-284F-A626-04C1A49D7CCB}" srcOrd="0" destOrd="0" presId="urn:microsoft.com/office/officeart/2005/8/layout/pyramid3"/>
    <dgm:cxn modelId="{C48C6E82-3FEC-3D46-BEA1-DA32AF3CA5BA}" type="presParOf" srcId="{1F620D4C-F2CD-2D4E-8E61-D9E97CCDCF49}" destId="{0B0A61F7-5625-284A-860B-482B3B044132}" srcOrd="1" destOrd="0" presId="urn:microsoft.com/office/officeart/2005/8/layout/pyramid3"/>
    <dgm:cxn modelId="{0B4B7502-6ADA-3149-BEC4-E20B79EE7429}" type="presParOf" srcId="{1D23C519-BCE2-DF4B-8800-27C856BE075B}" destId="{1BB97146-B39B-D540-BBB0-8F2DF82A9F54}" srcOrd="1" destOrd="0" presId="urn:microsoft.com/office/officeart/2005/8/layout/pyramid3"/>
    <dgm:cxn modelId="{4509D931-0673-534F-A062-34FA38DA45A3}" type="presParOf" srcId="{1BB97146-B39B-D540-BBB0-8F2DF82A9F54}" destId="{3E8DDCB4-C402-EE46-8245-D4D15885222A}" srcOrd="0" destOrd="0" presId="urn:microsoft.com/office/officeart/2005/8/layout/pyramid3"/>
    <dgm:cxn modelId="{4085D36A-CE5E-4741-B11E-69899CD5AA63}" type="presParOf" srcId="{1BB97146-B39B-D540-BBB0-8F2DF82A9F54}" destId="{C5415583-274E-9D42-9797-4902B4783706}" srcOrd="1" destOrd="0" presId="urn:microsoft.com/office/officeart/2005/8/layout/pyramid3"/>
    <dgm:cxn modelId="{D54DAF77-5D54-3940-953A-B676DB4A3972}" type="presParOf" srcId="{1D23C519-BCE2-DF4B-8800-27C856BE075B}" destId="{5C42F3B1-B458-CA4D-8F74-01CBEC7A297B}" srcOrd="2" destOrd="0" presId="urn:microsoft.com/office/officeart/2005/8/layout/pyramid3"/>
    <dgm:cxn modelId="{E868844E-5935-1D40-A6B4-639A5B1323C3}" type="presParOf" srcId="{5C42F3B1-B458-CA4D-8F74-01CBEC7A297B}" destId="{C77C686A-C9DF-0C4E-B4C9-D69523B113C4}" srcOrd="0" destOrd="0" presId="urn:microsoft.com/office/officeart/2005/8/layout/pyramid3"/>
    <dgm:cxn modelId="{72C984E3-80DD-5B41-A4DA-0AD7C4EA8B14}" type="presParOf" srcId="{5C42F3B1-B458-CA4D-8F74-01CBEC7A297B}" destId="{69493EB6-7095-6B4E-A699-AAEC5DD2ACB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812495" cy="1783751"/>
        </a:xfrm>
        <a:prstGeom prst="trapezoid">
          <a:avLst>
            <a:gd name="adj" fmla="val 44966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842186" y="0"/>
        <a:ext cx="3128121" cy="1783751"/>
      </dsp:txXfrm>
    </dsp:sp>
    <dsp:sp modelId="{3E8DDCB4-C402-EE46-8245-D4D15885222A}">
      <dsp:nvSpPr>
        <dsp:cNvPr id="0" name=""/>
        <dsp:cNvSpPr/>
      </dsp:nvSpPr>
      <dsp:spPr>
        <a:xfrm rot="10800000">
          <a:off x="802082" y="1783751"/>
          <a:ext cx="3208330" cy="1783751"/>
        </a:xfrm>
        <a:prstGeom prst="trapezoid">
          <a:avLst>
            <a:gd name="adj" fmla="val 44966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363540" y="1783751"/>
        <a:ext cx="2085414" cy="1783751"/>
      </dsp:txXfrm>
    </dsp:sp>
    <dsp:sp modelId="{C77C686A-C9DF-0C4E-B4C9-D69523B113C4}">
      <dsp:nvSpPr>
        <dsp:cNvPr id="0" name=""/>
        <dsp:cNvSpPr/>
      </dsp:nvSpPr>
      <dsp:spPr>
        <a:xfrm rot="10800000">
          <a:off x="1604164" y="3567503"/>
          <a:ext cx="1604165" cy="1783751"/>
        </a:xfrm>
        <a:prstGeom prst="trapezoid">
          <a:avLst>
            <a:gd name="adj" fmla="val 5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604164" y="3567503"/>
        <a:ext cx="1604165" cy="17837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812495" cy="1783751"/>
        </a:xfrm>
        <a:prstGeom prst="trapezoid">
          <a:avLst>
            <a:gd name="adj" fmla="val 44966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u="sng" kern="1200" dirty="0"/>
            <a:t>A</a:t>
          </a:r>
          <a:r>
            <a:rPr lang="en-US" sz="4000" u="sng" kern="1200" dirty="0"/>
            <a:t>cquisition</a:t>
          </a:r>
        </a:p>
      </dsp:txBody>
      <dsp:txXfrm rot="-10800000">
        <a:off x="842186" y="0"/>
        <a:ext cx="3128121" cy="1783751"/>
      </dsp:txXfrm>
    </dsp:sp>
    <dsp:sp modelId="{3E8DDCB4-C402-EE46-8245-D4D15885222A}">
      <dsp:nvSpPr>
        <dsp:cNvPr id="0" name=""/>
        <dsp:cNvSpPr/>
      </dsp:nvSpPr>
      <dsp:spPr>
        <a:xfrm rot="10800000">
          <a:off x="802082" y="1783751"/>
          <a:ext cx="3208330" cy="1783751"/>
        </a:xfrm>
        <a:prstGeom prst="trapezoid">
          <a:avLst>
            <a:gd name="adj" fmla="val 44966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363540" y="1783751"/>
        <a:ext cx="2085414" cy="1783751"/>
      </dsp:txXfrm>
    </dsp:sp>
    <dsp:sp modelId="{C77C686A-C9DF-0C4E-B4C9-D69523B113C4}">
      <dsp:nvSpPr>
        <dsp:cNvPr id="0" name=""/>
        <dsp:cNvSpPr/>
      </dsp:nvSpPr>
      <dsp:spPr>
        <a:xfrm rot="10800000">
          <a:off x="1604164" y="3567503"/>
          <a:ext cx="1604165" cy="17837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604164" y="3567503"/>
        <a:ext cx="1604165" cy="17837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E813A-9B99-3D46-A59F-E2DFD61BE5F1}">
      <dsp:nvSpPr>
        <dsp:cNvPr id="0" name=""/>
        <dsp:cNvSpPr/>
      </dsp:nvSpPr>
      <dsp:spPr>
        <a:xfrm>
          <a:off x="522393" y="4070434"/>
          <a:ext cx="2957050" cy="1915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email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eigen sites referrals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Chatbot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Direct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…</a:t>
          </a:r>
        </a:p>
      </dsp:txBody>
      <dsp:txXfrm>
        <a:off x="564470" y="4591386"/>
        <a:ext cx="1985781" cy="1352469"/>
      </dsp:txXfrm>
    </dsp:sp>
    <dsp:sp modelId="{0AA22374-D5A6-6B4C-83FE-EE74D2D6532C}">
      <dsp:nvSpPr>
        <dsp:cNvPr id="0" name=""/>
        <dsp:cNvSpPr/>
      </dsp:nvSpPr>
      <dsp:spPr>
        <a:xfrm>
          <a:off x="5728041" y="4070434"/>
          <a:ext cx="2957050" cy="1915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/>
            <a:t>social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&gt; </a:t>
          </a:r>
          <a:r>
            <a:rPr lang="en-US" sz="1500" kern="1200" dirty="0" err="1"/>
            <a:t>facebook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&gt; </a:t>
          </a:r>
          <a:r>
            <a:rPr lang="en-US" sz="1500" kern="1200" dirty="0" err="1"/>
            <a:t>linkedin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&gt; twitter</a:t>
          </a:r>
        </a:p>
      </dsp:txBody>
      <dsp:txXfrm>
        <a:off x="6657234" y="4591386"/>
        <a:ext cx="1985781" cy="1352469"/>
      </dsp:txXfrm>
    </dsp:sp>
    <dsp:sp modelId="{605EFE59-5FF7-FA44-96E1-CA15CDBC72FD}">
      <dsp:nvSpPr>
        <dsp:cNvPr id="0" name=""/>
        <dsp:cNvSpPr/>
      </dsp:nvSpPr>
      <dsp:spPr>
        <a:xfrm>
          <a:off x="5347055" y="0"/>
          <a:ext cx="2957050" cy="1915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 val="4700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SEO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Referrals (</a:t>
          </a:r>
          <a:r>
            <a:rPr lang="en-US" sz="1500" kern="1200" dirty="0" err="1"/>
            <a:t>niet</a:t>
          </a:r>
          <a:r>
            <a:rPr lang="en-US" sz="1500" kern="1200" dirty="0"/>
            <a:t> CC)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...</a:t>
          </a:r>
        </a:p>
      </dsp:txBody>
      <dsp:txXfrm>
        <a:off x="6276247" y="42077"/>
        <a:ext cx="1985781" cy="1352469"/>
      </dsp:txXfrm>
    </dsp:sp>
    <dsp:sp modelId="{E6307430-48D8-A74F-A91C-CAD25D568FE7}">
      <dsp:nvSpPr>
        <dsp:cNvPr id="0" name=""/>
        <dsp:cNvSpPr/>
      </dsp:nvSpPr>
      <dsp:spPr>
        <a:xfrm>
          <a:off x="1761481" y="341198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'paid'</a:t>
          </a:r>
        </a:p>
      </dsp:txBody>
      <dsp:txXfrm>
        <a:off x="2520633" y="1100350"/>
        <a:ext cx="1832756" cy="1832756"/>
      </dsp:txXfrm>
    </dsp:sp>
    <dsp:sp modelId="{D73E853C-54FB-3848-B6AB-D954F2850070}">
      <dsp:nvSpPr>
        <dsp:cNvPr id="0" name=""/>
        <dsp:cNvSpPr/>
      </dsp:nvSpPr>
      <dsp:spPr>
        <a:xfrm rot="5400000">
          <a:off x="4473109" y="341198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3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'earned'</a:t>
          </a:r>
        </a:p>
      </dsp:txBody>
      <dsp:txXfrm rot="-5400000">
        <a:off x="4473109" y="1100350"/>
        <a:ext cx="1832756" cy="1832756"/>
      </dsp:txXfrm>
    </dsp:sp>
    <dsp:sp modelId="{23E99C15-644C-AD48-B000-D63D90EBDA04}">
      <dsp:nvSpPr>
        <dsp:cNvPr id="0" name=""/>
        <dsp:cNvSpPr/>
      </dsp:nvSpPr>
      <dsp:spPr>
        <a:xfrm rot="10800000">
          <a:off x="4473109" y="3052825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'shared'</a:t>
          </a:r>
        </a:p>
      </dsp:txBody>
      <dsp:txXfrm rot="10800000">
        <a:off x="4473109" y="3052825"/>
        <a:ext cx="1832756" cy="1832756"/>
      </dsp:txXfrm>
    </dsp:sp>
    <dsp:sp modelId="{647EECAE-D363-5C4A-8412-C8E2D7EEF00A}">
      <dsp:nvSpPr>
        <dsp:cNvPr id="0" name=""/>
        <dsp:cNvSpPr/>
      </dsp:nvSpPr>
      <dsp:spPr>
        <a:xfrm rot="16200000">
          <a:off x="1761481" y="3052825"/>
          <a:ext cx="2591908" cy="2591908"/>
        </a:xfrm>
        <a:prstGeom prst="pieWedge">
          <a:avLst/>
        </a:prstGeom>
        <a:solidFill>
          <a:schemeClr val="accent1">
            <a:hueOff val="0"/>
            <a:satOff val="0"/>
            <a:lumOff val="0"/>
            <a:alpha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'owned'</a:t>
          </a:r>
        </a:p>
      </dsp:txBody>
      <dsp:txXfrm rot="5400000">
        <a:off x="2520633" y="3052825"/>
        <a:ext cx="1832756" cy="1832756"/>
      </dsp:txXfrm>
    </dsp:sp>
    <dsp:sp modelId="{3232E8AF-F54A-2346-B45F-6D9A0520FCAC}">
      <dsp:nvSpPr>
        <dsp:cNvPr id="0" name=""/>
        <dsp:cNvSpPr/>
      </dsp:nvSpPr>
      <dsp:spPr>
        <a:xfrm>
          <a:off x="3965801" y="2454232"/>
          <a:ext cx="894896" cy="778171"/>
        </a:xfrm>
        <a:prstGeom prst="circularArrow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2B765-6466-EF48-BF57-E7977CEDAD0E}">
      <dsp:nvSpPr>
        <dsp:cNvPr id="0" name=""/>
        <dsp:cNvSpPr/>
      </dsp:nvSpPr>
      <dsp:spPr>
        <a:xfrm rot="10800000">
          <a:off x="3965801" y="2753529"/>
          <a:ext cx="894896" cy="778171"/>
        </a:xfrm>
        <a:prstGeom prst="circularArrow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A9E8B-C66A-6341-A6F0-BE38A325039E}">
      <dsp:nvSpPr>
        <dsp:cNvPr id="0" name=""/>
        <dsp:cNvSpPr/>
      </dsp:nvSpPr>
      <dsp:spPr>
        <a:xfrm>
          <a:off x="3968" y="3109185"/>
          <a:ext cx="1230312" cy="615156"/>
        </a:xfrm>
        <a:prstGeom prst="roundRect">
          <a:avLst>
            <a:gd name="adj" fmla="val 10000"/>
          </a:avLst>
        </a:prstGeom>
        <a:solidFill>
          <a:srgbClr val="FFFF00">
            <a:alpha val="71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Paid</a:t>
          </a:r>
        </a:p>
      </dsp:txBody>
      <dsp:txXfrm>
        <a:off x="21985" y="3127202"/>
        <a:ext cx="1194278" cy="579122"/>
      </dsp:txXfrm>
    </dsp:sp>
    <dsp:sp modelId="{025A21C1-2902-8C43-B227-FD96D2E72C90}">
      <dsp:nvSpPr>
        <dsp:cNvPr id="0" name=""/>
        <dsp:cNvSpPr/>
      </dsp:nvSpPr>
      <dsp:spPr>
        <a:xfrm rot="18289469">
          <a:off x="1049459" y="3052831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458799" y="3041504"/>
        <a:ext cx="43088" cy="43088"/>
      </dsp:txXfrm>
    </dsp:sp>
    <dsp:sp modelId="{42EEAAB4-402C-744E-91CE-18EBE61980BC}">
      <dsp:nvSpPr>
        <dsp:cNvPr id="0" name=""/>
        <dsp:cNvSpPr/>
      </dsp:nvSpPr>
      <dsp:spPr>
        <a:xfrm>
          <a:off x="1726406" y="2401755"/>
          <a:ext cx="1230312" cy="615156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SEA</a:t>
          </a:r>
        </a:p>
      </dsp:txBody>
      <dsp:txXfrm>
        <a:off x="1744423" y="2419772"/>
        <a:ext cx="1194278" cy="579122"/>
      </dsp:txXfrm>
    </dsp:sp>
    <dsp:sp modelId="{A6E78CDB-AC64-4647-9387-70B1C1D5CAEE}">
      <dsp:nvSpPr>
        <dsp:cNvPr id="0" name=""/>
        <dsp:cNvSpPr/>
      </dsp:nvSpPr>
      <dsp:spPr>
        <a:xfrm rot="19457599">
          <a:off x="2899754" y="2522258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187629" y="2517324"/>
        <a:ext cx="30302" cy="30302"/>
      </dsp:txXfrm>
    </dsp:sp>
    <dsp:sp modelId="{9AB2EF6A-3E41-D443-892E-82EDC57BF976}">
      <dsp:nvSpPr>
        <dsp:cNvPr id="0" name=""/>
        <dsp:cNvSpPr/>
      </dsp:nvSpPr>
      <dsp:spPr>
        <a:xfrm>
          <a:off x="3448843" y="2048040"/>
          <a:ext cx="1230312" cy="615156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google</a:t>
          </a:r>
        </a:p>
      </dsp:txBody>
      <dsp:txXfrm>
        <a:off x="3466860" y="2066057"/>
        <a:ext cx="1194278" cy="579122"/>
      </dsp:txXfrm>
    </dsp:sp>
    <dsp:sp modelId="{D8DC87CC-0D17-394C-9732-22A312D35898}">
      <dsp:nvSpPr>
        <dsp:cNvPr id="0" name=""/>
        <dsp:cNvSpPr/>
      </dsp:nvSpPr>
      <dsp:spPr>
        <a:xfrm rot="19457599">
          <a:off x="4622191" y="2168543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910067" y="2163609"/>
        <a:ext cx="30302" cy="30302"/>
      </dsp:txXfrm>
    </dsp:sp>
    <dsp:sp modelId="{693BD7E2-04C3-8D4A-AED0-836692082914}">
      <dsp:nvSpPr>
        <dsp:cNvPr id="0" name=""/>
        <dsp:cNvSpPr/>
      </dsp:nvSpPr>
      <dsp:spPr>
        <a:xfrm>
          <a:off x="5171281" y="1694325"/>
          <a:ext cx="1230312" cy="615156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accountX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5189298" y="1712342"/>
        <a:ext cx="1194278" cy="579122"/>
      </dsp:txXfrm>
    </dsp:sp>
    <dsp:sp modelId="{BD70F5F7-D64F-6E40-85B8-0B93EB11A9C3}">
      <dsp:nvSpPr>
        <dsp:cNvPr id="0" name=""/>
        <dsp:cNvSpPr/>
      </dsp:nvSpPr>
      <dsp:spPr>
        <a:xfrm rot="18289469">
          <a:off x="6216772" y="1637971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626112" y="1626644"/>
        <a:ext cx="43088" cy="43088"/>
      </dsp:txXfrm>
    </dsp:sp>
    <dsp:sp modelId="{EADFF1F4-D298-D04E-B608-9F36DDEA2D0C}">
      <dsp:nvSpPr>
        <dsp:cNvPr id="0" name=""/>
        <dsp:cNvSpPr/>
      </dsp:nvSpPr>
      <dsp:spPr>
        <a:xfrm>
          <a:off x="6893718" y="986895"/>
          <a:ext cx="1230312" cy="615156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campaigne1</a:t>
          </a:r>
        </a:p>
      </dsp:txBody>
      <dsp:txXfrm>
        <a:off x="6911735" y="1004912"/>
        <a:ext cx="1194278" cy="579122"/>
      </dsp:txXfrm>
    </dsp:sp>
    <dsp:sp modelId="{88296BAB-7F0A-AD4A-BDDD-7DE44577D157}">
      <dsp:nvSpPr>
        <dsp:cNvPr id="0" name=""/>
        <dsp:cNvSpPr/>
      </dsp:nvSpPr>
      <dsp:spPr>
        <a:xfrm>
          <a:off x="6401593" y="1991686"/>
          <a:ext cx="492125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492125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635353" y="1989600"/>
        <a:ext cx="24606" cy="24606"/>
      </dsp:txXfrm>
    </dsp:sp>
    <dsp:sp modelId="{4C20A098-EB3A-D548-8ECB-F3C1044075F5}">
      <dsp:nvSpPr>
        <dsp:cNvPr id="0" name=""/>
        <dsp:cNvSpPr/>
      </dsp:nvSpPr>
      <dsp:spPr>
        <a:xfrm>
          <a:off x="6893718" y="1694325"/>
          <a:ext cx="1230312" cy="615156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campagne2</a:t>
          </a:r>
        </a:p>
      </dsp:txBody>
      <dsp:txXfrm>
        <a:off x="6911735" y="1712342"/>
        <a:ext cx="1194278" cy="579122"/>
      </dsp:txXfrm>
    </dsp:sp>
    <dsp:sp modelId="{B63B1BBE-4384-5840-81FC-2A44D1A2E38B}">
      <dsp:nvSpPr>
        <dsp:cNvPr id="0" name=""/>
        <dsp:cNvSpPr/>
      </dsp:nvSpPr>
      <dsp:spPr>
        <a:xfrm rot="3310531">
          <a:off x="6216772" y="2345401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626112" y="2334074"/>
        <a:ext cx="43088" cy="43088"/>
      </dsp:txXfrm>
    </dsp:sp>
    <dsp:sp modelId="{BA45F27D-78D2-3742-BC38-245D1AEDFF84}">
      <dsp:nvSpPr>
        <dsp:cNvPr id="0" name=""/>
        <dsp:cNvSpPr/>
      </dsp:nvSpPr>
      <dsp:spPr>
        <a:xfrm>
          <a:off x="6893718" y="2401755"/>
          <a:ext cx="1230312" cy="615156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etc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6911735" y="2419772"/>
        <a:ext cx="1194278" cy="579122"/>
      </dsp:txXfrm>
    </dsp:sp>
    <dsp:sp modelId="{A6415701-67BA-AC42-9AF9-C918114F0712}">
      <dsp:nvSpPr>
        <dsp:cNvPr id="0" name=""/>
        <dsp:cNvSpPr/>
      </dsp:nvSpPr>
      <dsp:spPr>
        <a:xfrm rot="2142401">
          <a:off x="4622191" y="2522258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910067" y="2517324"/>
        <a:ext cx="30302" cy="30302"/>
      </dsp:txXfrm>
    </dsp:sp>
    <dsp:sp modelId="{5C114CC2-43B2-CE4E-8876-D39851260FD2}">
      <dsp:nvSpPr>
        <dsp:cNvPr id="0" name=""/>
        <dsp:cNvSpPr/>
      </dsp:nvSpPr>
      <dsp:spPr>
        <a:xfrm>
          <a:off x="5171281" y="2401755"/>
          <a:ext cx="1230312" cy="615156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accountY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5189298" y="2419772"/>
        <a:ext cx="1194278" cy="579122"/>
      </dsp:txXfrm>
    </dsp:sp>
    <dsp:sp modelId="{62C6A7CD-F65F-3545-B8B5-3653F1F89668}">
      <dsp:nvSpPr>
        <dsp:cNvPr id="0" name=""/>
        <dsp:cNvSpPr/>
      </dsp:nvSpPr>
      <dsp:spPr>
        <a:xfrm rot="2142401">
          <a:off x="2899754" y="2875973"/>
          <a:ext cx="606053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606053" y="10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3187629" y="2871039"/>
        <a:ext cx="30302" cy="30302"/>
      </dsp:txXfrm>
    </dsp:sp>
    <dsp:sp modelId="{2FD4EE2D-F72C-3B4E-900B-B21F05248561}">
      <dsp:nvSpPr>
        <dsp:cNvPr id="0" name=""/>
        <dsp:cNvSpPr/>
      </dsp:nvSpPr>
      <dsp:spPr>
        <a:xfrm>
          <a:off x="3448843" y="2755470"/>
          <a:ext cx="1230312" cy="615156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tx1"/>
              </a:solidFill>
            </a:rPr>
            <a:t>bing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3466860" y="2773487"/>
        <a:ext cx="1194278" cy="579122"/>
      </dsp:txXfrm>
    </dsp:sp>
    <dsp:sp modelId="{2AC93CD1-C72D-C048-B390-8D09F68A6D65}">
      <dsp:nvSpPr>
        <dsp:cNvPr id="0" name=""/>
        <dsp:cNvSpPr/>
      </dsp:nvSpPr>
      <dsp:spPr>
        <a:xfrm>
          <a:off x="1234281" y="3406545"/>
          <a:ext cx="492125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492125" y="102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468040" y="3404460"/>
        <a:ext cx="24606" cy="24606"/>
      </dsp:txXfrm>
    </dsp:sp>
    <dsp:sp modelId="{420396A9-5B4D-3440-8AE9-1A97BA633B1A}">
      <dsp:nvSpPr>
        <dsp:cNvPr id="0" name=""/>
        <dsp:cNvSpPr/>
      </dsp:nvSpPr>
      <dsp:spPr>
        <a:xfrm>
          <a:off x="1726406" y="3109185"/>
          <a:ext cx="1230312" cy="615156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advertorial</a:t>
          </a:r>
        </a:p>
      </dsp:txBody>
      <dsp:txXfrm>
        <a:off x="1744423" y="3127202"/>
        <a:ext cx="1194278" cy="579122"/>
      </dsp:txXfrm>
    </dsp:sp>
    <dsp:sp modelId="{7F3BE046-6F90-E34A-8E9B-0944093CFD3F}">
      <dsp:nvSpPr>
        <dsp:cNvPr id="0" name=""/>
        <dsp:cNvSpPr/>
      </dsp:nvSpPr>
      <dsp:spPr>
        <a:xfrm rot="3310531">
          <a:off x="1049459" y="3760260"/>
          <a:ext cx="861767" cy="20434"/>
        </a:xfrm>
        <a:custGeom>
          <a:avLst/>
          <a:gdLst/>
          <a:ahLst/>
          <a:cxnLst/>
          <a:rect l="0" t="0" r="0" b="0"/>
          <a:pathLst>
            <a:path>
              <a:moveTo>
                <a:pt x="0" y="10217"/>
              </a:moveTo>
              <a:lnTo>
                <a:pt x="861767" y="102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458799" y="3748933"/>
        <a:ext cx="43088" cy="43088"/>
      </dsp:txXfrm>
    </dsp:sp>
    <dsp:sp modelId="{E9D915B5-C4C2-FB44-83F6-150928D63E51}">
      <dsp:nvSpPr>
        <dsp:cNvPr id="0" name=""/>
        <dsp:cNvSpPr/>
      </dsp:nvSpPr>
      <dsp:spPr>
        <a:xfrm>
          <a:off x="1726406" y="3816614"/>
          <a:ext cx="1230312" cy="615156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social</a:t>
          </a:r>
        </a:p>
      </dsp:txBody>
      <dsp:txXfrm>
        <a:off x="1744423" y="3834631"/>
        <a:ext cx="1194278" cy="5791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A9E8B-C66A-6341-A6F0-BE38A325039E}">
      <dsp:nvSpPr>
        <dsp:cNvPr id="0" name=""/>
        <dsp:cNvSpPr/>
      </dsp:nvSpPr>
      <dsp:spPr>
        <a:xfrm>
          <a:off x="1412" y="2796517"/>
          <a:ext cx="1122109" cy="561054"/>
        </a:xfrm>
        <a:prstGeom prst="roundRect">
          <a:avLst>
            <a:gd name="adj" fmla="val 10000"/>
          </a:avLst>
        </a:prstGeom>
        <a:solidFill>
          <a:srgbClr val="FFFF00">
            <a:alpha val="71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Paid</a:t>
          </a:r>
        </a:p>
      </dsp:txBody>
      <dsp:txXfrm>
        <a:off x="17845" y="2812950"/>
        <a:ext cx="1089243" cy="528188"/>
      </dsp:txXfrm>
    </dsp:sp>
    <dsp:sp modelId="{025A21C1-2902-8C43-B227-FD96D2E72C90}">
      <dsp:nvSpPr>
        <dsp:cNvPr id="0" name=""/>
        <dsp:cNvSpPr/>
      </dsp:nvSpPr>
      <dsp:spPr>
        <a:xfrm rot="18289469">
          <a:off x="954955" y="2744055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328294" y="2734788"/>
        <a:ext cx="39298" cy="39298"/>
      </dsp:txXfrm>
    </dsp:sp>
    <dsp:sp modelId="{42EEAAB4-402C-744E-91CE-18EBE61980BC}">
      <dsp:nvSpPr>
        <dsp:cNvPr id="0" name=""/>
        <dsp:cNvSpPr/>
      </dsp:nvSpPr>
      <dsp:spPr>
        <a:xfrm>
          <a:off x="1572365" y="2151304"/>
          <a:ext cx="1122109" cy="561054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SEA</a:t>
          </a:r>
        </a:p>
      </dsp:txBody>
      <dsp:txXfrm>
        <a:off x="1588798" y="2167737"/>
        <a:ext cx="1089243" cy="528188"/>
      </dsp:txXfrm>
    </dsp:sp>
    <dsp:sp modelId="{A6E78CDB-AC64-4647-9387-70B1C1D5CAEE}">
      <dsp:nvSpPr>
        <dsp:cNvPr id="0" name=""/>
        <dsp:cNvSpPr/>
      </dsp:nvSpPr>
      <dsp:spPr>
        <a:xfrm rot="19457599">
          <a:off x="2642521" y="2260146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905078" y="2256709"/>
        <a:ext cx="27637" cy="27637"/>
      </dsp:txXfrm>
    </dsp:sp>
    <dsp:sp modelId="{9AB2EF6A-3E41-D443-892E-82EDC57BF976}">
      <dsp:nvSpPr>
        <dsp:cNvPr id="0" name=""/>
        <dsp:cNvSpPr/>
      </dsp:nvSpPr>
      <dsp:spPr>
        <a:xfrm>
          <a:off x="3143319" y="1828697"/>
          <a:ext cx="1122109" cy="561054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google</a:t>
          </a:r>
        </a:p>
      </dsp:txBody>
      <dsp:txXfrm>
        <a:off x="3159752" y="1845130"/>
        <a:ext cx="1089243" cy="528188"/>
      </dsp:txXfrm>
    </dsp:sp>
    <dsp:sp modelId="{D8DC87CC-0D17-394C-9732-22A312D35898}">
      <dsp:nvSpPr>
        <dsp:cNvPr id="0" name=""/>
        <dsp:cNvSpPr/>
      </dsp:nvSpPr>
      <dsp:spPr>
        <a:xfrm rot="19457599">
          <a:off x="4213474" y="1937539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476032" y="1934102"/>
        <a:ext cx="27637" cy="27637"/>
      </dsp:txXfrm>
    </dsp:sp>
    <dsp:sp modelId="{693BD7E2-04C3-8D4A-AED0-836692082914}">
      <dsp:nvSpPr>
        <dsp:cNvPr id="0" name=""/>
        <dsp:cNvSpPr/>
      </dsp:nvSpPr>
      <dsp:spPr>
        <a:xfrm>
          <a:off x="4714273" y="1506090"/>
          <a:ext cx="1122109" cy="561054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accountX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730706" y="1522523"/>
        <a:ext cx="1089243" cy="528188"/>
      </dsp:txXfrm>
    </dsp:sp>
    <dsp:sp modelId="{BD70F5F7-D64F-6E40-85B8-0B93EB11A9C3}">
      <dsp:nvSpPr>
        <dsp:cNvPr id="0" name=""/>
        <dsp:cNvSpPr/>
      </dsp:nvSpPr>
      <dsp:spPr>
        <a:xfrm rot="18289469">
          <a:off x="5667816" y="1453629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041155" y="1444362"/>
        <a:ext cx="39298" cy="39298"/>
      </dsp:txXfrm>
    </dsp:sp>
    <dsp:sp modelId="{EADFF1F4-D298-D04E-B608-9F36DDEA2D0C}">
      <dsp:nvSpPr>
        <dsp:cNvPr id="0" name=""/>
        <dsp:cNvSpPr/>
      </dsp:nvSpPr>
      <dsp:spPr>
        <a:xfrm>
          <a:off x="6285226" y="860877"/>
          <a:ext cx="1122109" cy="561054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campaigne1</a:t>
          </a:r>
        </a:p>
      </dsp:txBody>
      <dsp:txXfrm>
        <a:off x="6301659" y="877310"/>
        <a:ext cx="1089243" cy="528188"/>
      </dsp:txXfrm>
    </dsp:sp>
    <dsp:sp modelId="{88296BAB-7F0A-AD4A-BDDD-7DE44577D157}">
      <dsp:nvSpPr>
        <dsp:cNvPr id="0" name=""/>
        <dsp:cNvSpPr/>
      </dsp:nvSpPr>
      <dsp:spPr>
        <a:xfrm>
          <a:off x="5836383" y="1776236"/>
          <a:ext cx="448843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448843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049583" y="1775397"/>
        <a:ext cx="22442" cy="22442"/>
      </dsp:txXfrm>
    </dsp:sp>
    <dsp:sp modelId="{4C20A098-EB3A-D548-8ECB-F3C1044075F5}">
      <dsp:nvSpPr>
        <dsp:cNvPr id="0" name=""/>
        <dsp:cNvSpPr/>
      </dsp:nvSpPr>
      <dsp:spPr>
        <a:xfrm>
          <a:off x="6285226" y="1506090"/>
          <a:ext cx="1122109" cy="561054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campagne2</a:t>
          </a:r>
        </a:p>
      </dsp:txBody>
      <dsp:txXfrm>
        <a:off x="6301659" y="1522523"/>
        <a:ext cx="1089243" cy="528188"/>
      </dsp:txXfrm>
    </dsp:sp>
    <dsp:sp modelId="{B63B1BBE-4384-5840-81FC-2A44D1A2E38B}">
      <dsp:nvSpPr>
        <dsp:cNvPr id="0" name=""/>
        <dsp:cNvSpPr/>
      </dsp:nvSpPr>
      <dsp:spPr>
        <a:xfrm rot="3310531">
          <a:off x="5667816" y="2098842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6041155" y="2089575"/>
        <a:ext cx="39298" cy="39298"/>
      </dsp:txXfrm>
    </dsp:sp>
    <dsp:sp modelId="{BA45F27D-78D2-3742-BC38-245D1AEDFF84}">
      <dsp:nvSpPr>
        <dsp:cNvPr id="0" name=""/>
        <dsp:cNvSpPr/>
      </dsp:nvSpPr>
      <dsp:spPr>
        <a:xfrm>
          <a:off x="6285226" y="2151304"/>
          <a:ext cx="1122109" cy="561054"/>
        </a:xfrm>
        <a:prstGeom prst="roundRect">
          <a:avLst>
            <a:gd name="adj" fmla="val 10000"/>
          </a:avLst>
        </a:prstGeom>
        <a:solidFill>
          <a:srgbClr val="7030A0">
            <a:alpha val="59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etc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6301659" y="2167737"/>
        <a:ext cx="1089243" cy="528188"/>
      </dsp:txXfrm>
    </dsp:sp>
    <dsp:sp modelId="{A6415701-67BA-AC42-9AF9-C918114F0712}">
      <dsp:nvSpPr>
        <dsp:cNvPr id="0" name=""/>
        <dsp:cNvSpPr/>
      </dsp:nvSpPr>
      <dsp:spPr>
        <a:xfrm rot="2142401">
          <a:off x="4213474" y="2260146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4476032" y="2256709"/>
        <a:ext cx="27637" cy="27637"/>
      </dsp:txXfrm>
    </dsp:sp>
    <dsp:sp modelId="{5C114CC2-43B2-CE4E-8876-D39851260FD2}">
      <dsp:nvSpPr>
        <dsp:cNvPr id="0" name=""/>
        <dsp:cNvSpPr/>
      </dsp:nvSpPr>
      <dsp:spPr>
        <a:xfrm>
          <a:off x="4714273" y="2151304"/>
          <a:ext cx="1122109" cy="561054"/>
        </a:xfrm>
        <a:prstGeom prst="roundRect">
          <a:avLst>
            <a:gd name="adj" fmla="val 10000"/>
          </a:avLst>
        </a:prstGeom>
        <a:solidFill>
          <a:srgbClr val="CC6198">
            <a:alpha val="68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accountY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730706" y="2167737"/>
        <a:ext cx="1089243" cy="528188"/>
      </dsp:txXfrm>
    </dsp:sp>
    <dsp:sp modelId="{62C6A7CD-F65F-3545-B8B5-3653F1F89668}">
      <dsp:nvSpPr>
        <dsp:cNvPr id="0" name=""/>
        <dsp:cNvSpPr/>
      </dsp:nvSpPr>
      <dsp:spPr>
        <a:xfrm rot="2142401">
          <a:off x="2642521" y="2582752"/>
          <a:ext cx="552752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552752" y="10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2905078" y="2579315"/>
        <a:ext cx="27637" cy="27637"/>
      </dsp:txXfrm>
    </dsp:sp>
    <dsp:sp modelId="{2FD4EE2D-F72C-3B4E-900B-B21F05248561}">
      <dsp:nvSpPr>
        <dsp:cNvPr id="0" name=""/>
        <dsp:cNvSpPr/>
      </dsp:nvSpPr>
      <dsp:spPr>
        <a:xfrm>
          <a:off x="3143319" y="2473910"/>
          <a:ext cx="1122109" cy="561054"/>
        </a:xfrm>
        <a:prstGeom prst="roundRect">
          <a:avLst>
            <a:gd name="adj" fmla="val 10000"/>
          </a:avLst>
        </a:prstGeom>
        <a:solidFill>
          <a:srgbClr val="FF0000">
            <a:alpha val="72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tx1"/>
              </a:solidFill>
            </a:rPr>
            <a:t>bing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3159752" y="2490343"/>
        <a:ext cx="1089243" cy="528188"/>
      </dsp:txXfrm>
    </dsp:sp>
    <dsp:sp modelId="{2AC93CD1-C72D-C048-B390-8D09F68A6D65}">
      <dsp:nvSpPr>
        <dsp:cNvPr id="0" name=""/>
        <dsp:cNvSpPr/>
      </dsp:nvSpPr>
      <dsp:spPr>
        <a:xfrm>
          <a:off x="1123522" y="3066662"/>
          <a:ext cx="448843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448843" y="103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336722" y="3065823"/>
        <a:ext cx="22442" cy="22442"/>
      </dsp:txXfrm>
    </dsp:sp>
    <dsp:sp modelId="{420396A9-5B4D-3440-8AE9-1A97BA633B1A}">
      <dsp:nvSpPr>
        <dsp:cNvPr id="0" name=""/>
        <dsp:cNvSpPr/>
      </dsp:nvSpPr>
      <dsp:spPr>
        <a:xfrm>
          <a:off x="1572365" y="2796517"/>
          <a:ext cx="1122109" cy="561054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advertorial</a:t>
          </a:r>
        </a:p>
      </dsp:txBody>
      <dsp:txXfrm>
        <a:off x="1588798" y="2812950"/>
        <a:ext cx="1089243" cy="528188"/>
      </dsp:txXfrm>
    </dsp:sp>
    <dsp:sp modelId="{7F3BE046-6F90-E34A-8E9B-0944093CFD3F}">
      <dsp:nvSpPr>
        <dsp:cNvPr id="0" name=""/>
        <dsp:cNvSpPr/>
      </dsp:nvSpPr>
      <dsp:spPr>
        <a:xfrm rot="3310531">
          <a:off x="954955" y="3389269"/>
          <a:ext cx="785977" cy="20764"/>
        </a:xfrm>
        <a:custGeom>
          <a:avLst/>
          <a:gdLst/>
          <a:ahLst/>
          <a:cxnLst/>
          <a:rect l="0" t="0" r="0" b="0"/>
          <a:pathLst>
            <a:path>
              <a:moveTo>
                <a:pt x="0" y="10382"/>
              </a:moveTo>
              <a:lnTo>
                <a:pt x="785977" y="103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bg1"/>
            </a:solidFill>
          </a:endParaRPr>
        </a:p>
      </dsp:txBody>
      <dsp:txXfrm>
        <a:off x="1328294" y="3380001"/>
        <a:ext cx="39298" cy="39298"/>
      </dsp:txXfrm>
    </dsp:sp>
    <dsp:sp modelId="{E9D915B5-C4C2-FB44-83F6-150928D63E51}">
      <dsp:nvSpPr>
        <dsp:cNvPr id="0" name=""/>
        <dsp:cNvSpPr/>
      </dsp:nvSpPr>
      <dsp:spPr>
        <a:xfrm>
          <a:off x="1572365" y="3441730"/>
          <a:ext cx="1122109" cy="561054"/>
        </a:xfrm>
        <a:prstGeom prst="roundRect">
          <a:avLst>
            <a:gd name="adj" fmla="val 10000"/>
          </a:avLst>
        </a:prstGeom>
        <a:solidFill>
          <a:srgbClr val="FFB800">
            <a:alpha val="67843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/>
              </a:solidFill>
            </a:rPr>
            <a:t>social</a:t>
          </a:r>
        </a:p>
      </dsp:txBody>
      <dsp:txXfrm>
        <a:off x="1588798" y="3458163"/>
        <a:ext cx="1089243" cy="5281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169677" cy="1667951"/>
        </a:xfrm>
        <a:prstGeom prst="trapezoid">
          <a:avLst>
            <a:gd name="adj" fmla="val 41665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29693" y="0"/>
        <a:ext cx="2710290" cy="1667951"/>
      </dsp:txXfrm>
    </dsp:sp>
    <dsp:sp modelId="{3E8DDCB4-C402-EE46-8245-D4D15885222A}">
      <dsp:nvSpPr>
        <dsp:cNvPr id="0" name=""/>
        <dsp:cNvSpPr/>
      </dsp:nvSpPr>
      <dsp:spPr>
        <a:xfrm rot="10800000">
          <a:off x="694946" y="1667951"/>
          <a:ext cx="2779785" cy="1667951"/>
        </a:xfrm>
        <a:prstGeom prst="trapezoid">
          <a:avLst>
            <a:gd name="adj" fmla="val 41665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181408" y="1667951"/>
        <a:ext cx="1806860" cy="1667951"/>
      </dsp:txXfrm>
    </dsp:sp>
    <dsp:sp modelId="{C77C686A-C9DF-0C4E-B4C9-D69523B113C4}">
      <dsp:nvSpPr>
        <dsp:cNvPr id="0" name=""/>
        <dsp:cNvSpPr/>
      </dsp:nvSpPr>
      <dsp:spPr>
        <a:xfrm rot="10800000">
          <a:off x="1389892" y="3335902"/>
          <a:ext cx="1389892" cy="1667951"/>
        </a:xfrm>
        <a:prstGeom prst="trapezoid">
          <a:avLst>
            <a:gd name="adj" fmla="val 5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</a:t>
          </a:r>
          <a:r>
            <a:rPr lang="en-US" sz="1800" kern="1200" dirty="0"/>
            <a:t>onversion</a:t>
          </a:r>
        </a:p>
      </dsp:txBody>
      <dsp:txXfrm rot="-10800000">
        <a:off x="1389892" y="3335902"/>
        <a:ext cx="1389892" cy="16679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479401" cy="1635888"/>
        </a:xfrm>
        <a:prstGeom prst="trapezoid">
          <a:avLst>
            <a:gd name="adj" fmla="val 45637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83895" y="0"/>
        <a:ext cx="2911610" cy="1635888"/>
      </dsp:txXfrm>
    </dsp:sp>
    <dsp:sp modelId="{3E8DDCB4-C402-EE46-8245-D4D15885222A}">
      <dsp:nvSpPr>
        <dsp:cNvPr id="0" name=""/>
        <dsp:cNvSpPr/>
      </dsp:nvSpPr>
      <dsp:spPr>
        <a:xfrm rot="10800000">
          <a:off x="746566" y="1635888"/>
          <a:ext cx="2986267" cy="1635888"/>
        </a:xfrm>
        <a:prstGeom prst="trapezoid">
          <a:avLst>
            <a:gd name="adj" fmla="val 45637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269163" y="1635888"/>
        <a:ext cx="1941073" cy="1635888"/>
      </dsp:txXfrm>
    </dsp:sp>
    <dsp:sp modelId="{C77C686A-C9DF-0C4E-B4C9-D69523B113C4}">
      <dsp:nvSpPr>
        <dsp:cNvPr id="0" name=""/>
        <dsp:cNvSpPr/>
      </dsp:nvSpPr>
      <dsp:spPr>
        <a:xfrm rot="10800000">
          <a:off x="1493133" y="3271776"/>
          <a:ext cx="1493133" cy="1635888"/>
        </a:xfrm>
        <a:prstGeom prst="trapezoid">
          <a:avLst>
            <a:gd name="adj" fmla="val 5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493133" y="3271776"/>
        <a:ext cx="1493133" cy="16358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04A52-DC90-284F-A626-04C1A49D7CCB}">
      <dsp:nvSpPr>
        <dsp:cNvPr id="0" name=""/>
        <dsp:cNvSpPr/>
      </dsp:nvSpPr>
      <dsp:spPr>
        <a:xfrm rot="10800000">
          <a:off x="0" y="0"/>
          <a:ext cx="4479401" cy="1635888"/>
        </a:xfrm>
        <a:prstGeom prst="trapezoid">
          <a:avLst>
            <a:gd name="adj" fmla="val 45637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A</a:t>
          </a:r>
          <a:r>
            <a:rPr lang="en-US" sz="4000" kern="1200" dirty="0"/>
            <a:t>cquisition</a:t>
          </a:r>
        </a:p>
      </dsp:txBody>
      <dsp:txXfrm rot="-10800000">
        <a:off x="783895" y="0"/>
        <a:ext cx="2911610" cy="1635888"/>
      </dsp:txXfrm>
    </dsp:sp>
    <dsp:sp modelId="{3E8DDCB4-C402-EE46-8245-D4D15885222A}">
      <dsp:nvSpPr>
        <dsp:cNvPr id="0" name=""/>
        <dsp:cNvSpPr/>
      </dsp:nvSpPr>
      <dsp:spPr>
        <a:xfrm rot="10800000">
          <a:off x="746566" y="1635888"/>
          <a:ext cx="2986267" cy="1635888"/>
        </a:xfrm>
        <a:prstGeom prst="trapezoid">
          <a:avLst>
            <a:gd name="adj" fmla="val 4563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B</a:t>
          </a:r>
          <a:r>
            <a:rPr lang="en-US" sz="3200" kern="1200" dirty="0"/>
            <a:t>ehavior</a:t>
          </a:r>
        </a:p>
      </dsp:txBody>
      <dsp:txXfrm rot="-10800000">
        <a:off x="1269163" y="1635888"/>
        <a:ext cx="1941073" cy="1635888"/>
      </dsp:txXfrm>
    </dsp:sp>
    <dsp:sp modelId="{C77C686A-C9DF-0C4E-B4C9-D69523B113C4}">
      <dsp:nvSpPr>
        <dsp:cNvPr id="0" name=""/>
        <dsp:cNvSpPr/>
      </dsp:nvSpPr>
      <dsp:spPr>
        <a:xfrm rot="10800000">
          <a:off x="1493133" y="3271776"/>
          <a:ext cx="1493133" cy="1635888"/>
        </a:xfrm>
        <a:prstGeom prst="trapezoid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</a:t>
          </a:r>
          <a:r>
            <a:rPr lang="en-US" sz="2400" kern="1200" dirty="0"/>
            <a:t>onversion</a:t>
          </a:r>
        </a:p>
      </dsp:txBody>
      <dsp:txXfrm rot="-10800000">
        <a:off x="1493133" y="3271776"/>
        <a:ext cx="1493133" cy="1635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2E397-33B9-9446-9B6C-6F8FF637C053}" type="datetimeFigureOut">
              <a:rPr lang="en-US" smtClean="0"/>
              <a:t>6/4/18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1C436-505B-5F4A-ACEA-FBEF9DB27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3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9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0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Maar </a:t>
            </a:r>
            <a:r>
              <a:rPr lang="en-US" dirty="0" err="1"/>
              <a:t>facebook</a:t>
            </a:r>
            <a:r>
              <a:rPr lang="en-US" dirty="0"/>
              <a:t> </a:t>
            </a:r>
            <a:r>
              <a:rPr lang="en-US" dirty="0" err="1"/>
              <a:t>uwv</a:t>
            </a:r>
            <a:r>
              <a:rPr lang="en-US" dirty="0"/>
              <a:t> = </a:t>
            </a:r>
            <a:r>
              <a:rPr lang="en-US" dirty="0" err="1"/>
              <a:t>facebook</a:t>
            </a:r>
            <a:r>
              <a:rPr lang="en-US" dirty="0"/>
              <a:t> </a:t>
            </a:r>
            <a:r>
              <a:rPr lang="en-US" dirty="0" err="1"/>
              <a:t>consument</a:t>
            </a:r>
            <a:r>
              <a:rPr lang="en-US" dirty="0"/>
              <a:t>? (</a:t>
            </a:r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domein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41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9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domein</a:t>
            </a:r>
            <a:r>
              <a:rPr lang="en-US" dirty="0"/>
              <a:t>,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bezoek</a:t>
            </a:r>
            <a:r>
              <a:rPr lang="en-US" dirty="0"/>
              <a:t> </a:t>
            </a:r>
            <a:r>
              <a:rPr lang="en-US" dirty="0" err="1"/>
              <a:t>herkomsten</a:t>
            </a:r>
            <a:r>
              <a:rPr lang="en-US" dirty="0"/>
              <a:t>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7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19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71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97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geldt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21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 1 (</a:t>
            </a:r>
            <a:r>
              <a:rPr lang="en-US" dirty="0" err="1"/>
              <a:t>grouperen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91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59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domein</a:t>
            </a:r>
            <a:r>
              <a:rPr lang="en-US" dirty="0"/>
              <a:t>,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bezoek</a:t>
            </a:r>
            <a:r>
              <a:rPr lang="en-US" dirty="0"/>
              <a:t> </a:t>
            </a:r>
            <a:r>
              <a:rPr lang="en-US" dirty="0" err="1"/>
              <a:t>herkomsten</a:t>
            </a:r>
            <a:r>
              <a:rPr lang="en-US" dirty="0"/>
              <a:t>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63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Deel2: 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41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1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 basis van sources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41C436-505B-5F4A-ACEA-FBEF9DB273B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90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5726-0811-D342-9564-E11220ADB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AC7A9-79D8-FD45-AE10-981C242B5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93BA2-E1F5-EE42-952E-9EE3DFF2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5407E-8EC0-2E41-878A-FCF86C25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66A63-D18E-6948-A43B-D11C0B5E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B98C-5CD4-FE4D-9554-C9062417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4AC4-5607-A847-901D-D03529582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EECF9-78C3-374B-85AC-2F4B6EAF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E685-BD8A-8A4B-8209-CB18C232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51DF2-4EF3-EB41-BDD8-284C3955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0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A162-442F-074B-A84F-9A38BF77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F4B7A-1B08-C641-8494-CE2660CFC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4B6-D25B-7547-9503-D4CFDB9A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7078-5FD8-E047-9EA5-03ABDFB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DA97E-07CB-EF41-BA1F-08E42E9D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3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D04F-DEDB-B645-ABE4-302AC042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2E67C-BC2C-884B-A998-EF72C52D2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D5685-61C6-A145-B74D-177929B47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74C79-8B52-954F-A79D-D9070879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D8644-AC4F-D34F-BB15-7592BFFB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2FAF4-4594-BB4B-AF94-B80FB2BB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2FE0-A5ED-1A47-A3D3-B3053498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8406A-8522-4642-9A4D-E94114F12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C75AA-7DFE-2043-A56B-0A190FA54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E322B-7FC2-D54F-856E-83C7A1717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20824-3DE7-A54B-9D4F-DB13E096A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27502-2FE4-9E4A-B361-AF15E1EE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CEFF2-6185-FA4A-B498-A561A943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C0F23-3AE9-3849-9BB5-8B25F9D8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3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F66B0-13D3-B147-B66A-DB8548AA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3E190-F2BA-0944-B93E-69D5D247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19564-B3A0-4D42-99CF-86792F28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5ADA2-BF70-244D-913D-73FD2A80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2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BF993-8D20-2846-876C-D47581EA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5D726-159F-554D-BC84-2E80D72E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17409-4D36-6F41-A922-8DF1D025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9F83-3C82-C242-9958-4ED60523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9E5F-6856-FB4B-AD2C-9B59E06F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316D-3B24-7B4D-B259-F72C0DCA1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DB05C-36B6-0341-9CFD-3B1F1470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C1E25-DCB2-8B4F-9C53-3BDD7F3B2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C94A1-B5D1-8B4D-A466-79EF9C9F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9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A7D3-D288-6F49-A74A-98A4CB68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793D2-FECC-5042-930F-D5B524C15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D9824-ECF7-5843-ADBB-76C71C8DD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5A442-27C3-884B-AED5-372ECAB5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EA9BB-D3D5-A84D-BF92-0FB3B05D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EF8FD-D334-4C4B-8F15-1479791B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0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051B-84ED-7246-8066-BEE2B609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3CC62-8CFD-B349-9D8F-391624611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D43FA-A73E-3748-B29F-F26CCDDF2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8E3EF-7D30-4640-B4B7-E9061F545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3BDEC-656D-A047-828D-C8032A40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2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29D39-83F4-5044-B2D3-7021510F2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DE9F2-ADF9-3F45-8215-1CDACF81A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2EE93-D3DC-8C40-AAD3-178BBB10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74BDD-595C-B649-8AD4-BB25BD86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A1C2E-482D-A74A-9827-8193A024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C04F28-1B9C-D94E-BCC5-5BC52E6D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10365-D637-764B-8B70-EADD5BB88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B4879-2C20-4448-8774-AAB3E0F4C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F440C-E837-1548-A986-E8B4BDFC4F0D}" type="datetimeFigureOut">
              <a:rPr lang="en-US" smtClean="0"/>
              <a:t>6/4/18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6A79A-9E08-7A4A-BA07-910DFCE91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D44D-45E5-844C-9422-C8BBDC73C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BEB80-3D3B-374F-847C-F1A5D4649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3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8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3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4.xml"/><Relationship Id="rId15" Type="http://schemas.openxmlformats.org/officeDocument/2006/relationships/image" Target="../media/image8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4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5.xml"/><Relationship Id="rId15" Type="http://schemas.openxmlformats.org/officeDocument/2006/relationships/image" Target="../media/image8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5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9.xml"/><Relationship Id="rId15" Type="http://schemas.openxmlformats.org/officeDocument/2006/relationships/image" Target="../media/image8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9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13" Type="http://schemas.openxmlformats.org/officeDocument/2006/relationships/image" Target="../media/image6.tiff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image" Target="../media/image5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4.tiff"/><Relationship Id="rId5" Type="http://schemas.openxmlformats.org/officeDocument/2006/relationships/diagramQuickStyle" Target="../diagrams/quickStyle10.xml"/><Relationship Id="rId15" Type="http://schemas.openxmlformats.org/officeDocument/2006/relationships/image" Target="../media/image8.tiff"/><Relationship Id="rId10" Type="http://schemas.openxmlformats.org/officeDocument/2006/relationships/image" Target="../media/image3.tiff"/><Relationship Id="rId4" Type="http://schemas.openxmlformats.org/officeDocument/2006/relationships/diagramLayout" Target="../diagrams/layout10.xml"/><Relationship Id="rId9" Type="http://schemas.openxmlformats.org/officeDocument/2006/relationships/image" Target="../media/image2.tiff"/><Relationship Id="rId14" Type="http://schemas.openxmlformats.org/officeDocument/2006/relationships/image" Target="../media/image7.tif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2.tiff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1C60-BDB9-BF44-A12B-A2DBECEE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900" y="63325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dirty="0"/>
              <a:t>‘ABC’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7674645"/>
              </p:ext>
            </p:extLst>
          </p:nvPr>
        </p:nvGraphicFramePr>
        <p:xfrm>
          <a:off x="7087122" y="609704"/>
          <a:ext cx="4812495" cy="5351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839399" y="5518874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9B0C25-6631-2C47-A3BF-AEB597687EC0}"/>
              </a:ext>
            </a:extLst>
          </p:cNvPr>
          <p:cNvCxnSpPr>
            <a:cxnSpLocks/>
          </p:cNvCxnSpPr>
          <p:nvPr/>
        </p:nvCxnSpPr>
        <p:spPr>
          <a:xfrm>
            <a:off x="10897849" y="365125"/>
            <a:ext cx="0" cy="4371767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96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1C60-BDB9-BF44-A12B-A2DBECEE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122" y="51133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dirty="0"/>
              <a:t>‘</a:t>
            </a:r>
            <a:r>
              <a:rPr lang="en-US" sz="8000" b="1" dirty="0"/>
              <a:t>A</a:t>
            </a:r>
            <a:r>
              <a:rPr lang="en-US" sz="8000" dirty="0">
                <a:solidFill>
                  <a:schemeClr val="bg1">
                    <a:lumMod val="50000"/>
                  </a:schemeClr>
                </a:solidFill>
              </a:rPr>
              <a:t>BC</a:t>
            </a:r>
            <a:r>
              <a:rPr lang="en-US" sz="8000" dirty="0"/>
              <a:t>’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793008"/>
              </p:ext>
            </p:extLst>
          </p:nvPr>
        </p:nvGraphicFramePr>
        <p:xfrm>
          <a:off x="7087122" y="609704"/>
          <a:ext cx="4812495" cy="5351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919626" y="5537785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F3433-C7B3-D147-ADBB-48067475C090}"/>
              </a:ext>
            </a:extLst>
          </p:cNvPr>
          <p:cNvSpPr txBox="1"/>
          <p:nvPr/>
        </p:nvSpPr>
        <p:spPr>
          <a:xfrm>
            <a:off x="219456" y="1857340"/>
            <a:ext cx="78186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Gegeven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contentfeedback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; -&gt; via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of twitter? Eigen posts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andere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‘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klant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’?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Indien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van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welke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onbetaald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Welke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(of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juist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leidt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to het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meeste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ingevulde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formulieren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van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soort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x?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Is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twitter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effectiever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(on)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met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hetzelfde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doel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per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behaald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doel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Als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we de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boodschap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veranderen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wordt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het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doel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vaker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gehaald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(CRO)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Bounced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x van twitter/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vaker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y? Boosting ($)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verhoogt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verlaagt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dit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Geven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bezoekers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vanaf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social media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doorverwezen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naar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een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bepaalde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pagina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vaker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negatieve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contentfeedback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organische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bezoekers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vanaf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google? (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facebook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meer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twitter of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betaalde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meer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dan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onbetaald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Welke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campagnes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?)</a:t>
            </a:r>
            <a:br>
              <a:rPr lang="en-US" sz="1700" i="1" dirty="0">
                <a:solidFill>
                  <a:schemeClr val="bg1">
                    <a:lumMod val="50000"/>
                  </a:schemeClr>
                </a:solidFill>
              </a:rPr>
            </a:b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700" i="1" dirty="0" err="1">
                <a:solidFill>
                  <a:schemeClr val="bg1">
                    <a:lumMod val="50000"/>
                  </a:schemeClr>
                </a:solidFill>
              </a:rPr>
              <a:t>etc</a:t>
            </a:r>
            <a:endParaRPr 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9B0C25-6631-2C47-A3BF-AEB597687EC0}"/>
              </a:ext>
            </a:extLst>
          </p:cNvPr>
          <p:cNvCxnSpPr>
            <a:cxnSpLocks/>
          </p:cNvCxnSpPr>
          <p:nvPr/>
        </p:nvCxnSpPr>
        <p:spPr>
          <a:xfrm>
            <a:off x="10897849" y="365125"/>
            <a:ext cx="0" cy="4371767"/>
          </a:xfrm>
          <a:prstGeom prst="straightConnector1">
            <a:avLst/>
          </a:prstGeom>
          <a:ln w="1111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B44B24-60F4-AA44-9256-3A9C1EF43875}"/>
              </a:ext>
            </a:extLst>
          </p:cNvPr>
          <p:cNvSpPr txBox="1"/>
          <p:nvPr/>
        </p:nvSpPr>
        <p:spPr>
          <a:xfrm>
            <a:off x="622946" y="1349312"/>
            <a:ext cx="6169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Waar</a:t>
            </a:r>
            <a:r>
              <a:rPr lang="en-US" sz="2800" dirty="0"/>
              <a:t> </a:t>
            </a:r>
            <a:r>
              <a:rPr lang="en-US" sz="2800" i="1" dirty="0" err="1"/>
              <a:t>precies</a:t>
            </a:r>
            <a:r>
              <a:rPr lang="en-US" sz="2800" dirty="0"/>
              <a:t> </a:t>
            </a:r>
            <a:r>
              <a:rPr lang="en-US" sz="2800" dirty="0" err="1"/>
              <a:t>komen</a:t>
            </a:r>
            <a:r>
              <a:rPr lang="en-US" sz="2800" dirty="0"/>
              <a:t> </a:t>
            </a:r>
            <a:r>
              <a:rPr lang="en-US" sz="2800" dirty="0" err="1"/>
              <a:t>bezoeken</a:t>
            </a:r>
            <a:r>
              <a:rPr lang="en-US" sz="2800" dirty="0"/>
              <a:t> </a:t>
            </a:r>
            <a:r>
              <a:rPr lang="en-US" sz="2800" dirty="0" err="1"/>
              <a:t>vandaan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8878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4F8AD-7234-5E4D-A6E5-5088F05B7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51834" y="3687634"/>
            <a:ext cx="2247900" cy="901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779600-6231-BB4B-BA4C-594A9ACD2CE7}"/>
              </a:ext>
            </a:extLst>
          </p:cNvPr>
          <p:cNvCxnSpPr>
            <a:cxnSpLocks/>
          </p:cNvCxnSpPr>
          <p:nvPr/>
        </p:nvCxnSpPr>
        <p:spPr>
          <a:xfrm>
            <a:off x="772116" y="2568154"/>
            <a:ext cx="0" cy="94732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9856F-82AE-4E49-B0D1-4007B4867F1D}"/>
              </a:ext>
            </a:extLst>
          </p:cNvPr>
          <p:cNvCxnSpPr>
            <a:cxnSpLocks/>
          </p:cNvCxnSpPr>
          <p:nvPr/>
        </p:nvCxnSpPr>
        <p:spPr>
          <a:xfrm flipH="1">
            <a:off x="1081708" y="2881865"/>
            <a:ext cx="527174" cy="63361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35BAEA-C123-B54E-978F-E73B46A0C64D}"/>
              </a:ext>
            </a:extLst>
          </p:cNvPr>
          <p:cNvCxnSpPr/>
          <p:nvPr/>
        </p:nvCxnSpPr>
        <p:spPr>
          <a:xfrm>
            <a:off x="4500563" y="336958"/>
            <a:ext cx="0" cy="4040883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4F8AD-7234-5E4D-A6E5-5088F05B7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51834" y="3687634"/>
            <a:ext cx="2247900" cy="901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779600-6231-BB4B-BA4C-594A9ACD2CE7}"/>
              </a:ext>
            </a:extLst>
          </p:cNvPr>
          <p:cNvCxnSpPr>
            <a:cxnSpLocks/>
          </p:cNvCxnSpPr>
          <p:nvPr/>
        </p:nvCxnSpPr>
        <p:spPr>
          <a:xfrm>
            <a:off x="772116" y="2568154"/>
            <a:ext cx="0" cy="94732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9856F-82AE-4E49-B0D1-4007B4867F1D}"/>
              </a:ext>
            </a:extLst>
          </p:cNvPr>
          <p:cNvCxnSpPr>
            <a:cxnSpLocks/>
          </p:cNvCxnSpPr>
          <p:nvPr/>
        </p:nvCxnSpPr>
        <p:spPr>
          <a:xfrm flipH="1">
            <a:off x="1081708" y="2881865"/>
            <a:ext cx="527174" cy="63361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18976" y="760790"/>
            <a:ext cx="3435120" cy="42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4018976" y="1040349"/>
            <a:ext cx="3597166" cy="1627287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287885" y="924609"/>
            <a:ext cx="5200752" cy="148643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23687" y="875023"/>
            <a:ext cx="6030409" cy="96420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32065" y="445207"/>
            <a:ext cx="4722031" cy="21497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61649" y="722824"/>
            <a:ext cx="6314655" cy="128546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F7FF4-5DAA-E948-A1CE-08062A12BB52}"/>
              </a:ext>
            </a:extLst>
          </p:cNvPr>
          <p:cNvSpPr txBox="1"/>
          <p:nvPr/>
        </p:nvSpPr>
        <p:spPr>
          <a:xfrm>
            <a:off x="5336494" y="3664948"/>
            <a:ext cx="584616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00B050"/>
                </a:solidFill>
              </a:rPr>
              <a:t>Referrer (</a:t>
            </a:r>
            <a:r>
              <a:rPr lang="en-US" sz="2000" dirty="0" err="1">
                <a:solidFill>
                  <a:srgbClr val="00B050"/>
                </a:solidFill>
              </a:rPr>
              <a:t>domein</a:t>
            </a:r>
            <a:r>
              <a:rPr lang="en-US" sz="2000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00B050"/>
                </a:solidFill>
              </a:rPr>
              <a:t>Landingspagina</a:t>
            </a:r>
            <a:r>
              <a:rPr lang="en-US" sz="2000" dirty="0">
                <a:solidFill>
                  <a:srgbClr val="00B050"/>
                </a:solidFill>
              </a:rPr>
              <a:t> ✓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6DDA105-B32B-AB40-BFC4-E1C6D3C20E49}"/>
              </a:ext>
            </a:extLst>
          </p:cNvPr>
          <p:cNvSpPr/>
          <p:nvPr/>
        </p:nvSpPr>
        <p:spPr>
          <a:xfrm>
            <a:off x="4073495" y="361865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26E570-8F7E-3B4F-8D81-DA2DA34FFA8F}"/>
              </a:ext>
            </a:extLst>
          </p:cNvPr>
          <p:cNvCxnSpPr>
            <a:cxnSpLocks/>
          </p:cNvCxnSpPr>
          <p:nvPr/>
        </p:nvCxnSpPr>
        <p:spPr>
          <a:xfrm>
            <a:off x="3511896" y="434312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B73F1CF-6767-D244-9520-8DE565346B41}"/>
              </a:ext>
            </a:extLst>
          </p:cNvPr>
          <p:cNvSpPr txBox="1"/>
          <p:nvPr/>
        </p:nvSpPr>
        <p:spPr>
          <a:xfrm rot="20786998">
            <a:off x="5000662" y="1082222"/>
            <a:ext cx="1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domein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567F5B-D76D-634B-B0CC-20F58149574C}"/>
              </a:ext>
            </a:extLst>
          </p:cNvPr>
          <p:cNvSpPr txBox="1"/>
          <p:nvPr/>
        </p:nvSpPr>
        <p:spPr>
          <a:xfrm rot="192431">
            <a:off x="5063874" y="235936"/>
            <a:ext cx="1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domein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5F0284B-29BA-734B-9A77-DC92C0BAB000}"/>
              </a:ext>
            </a:extLst>
          </p:cNvPr>
          <p:cNvCxnSpPr>
            <a:cxnSpLocks/>
          </p:cNvCxnSpPr>
          <p:nvPr/>
        </p:nvCxnSpPr>
        <p:spPr>
          <a:xfrm>
            <a:off x="4500563" y="262008"/>
            <a:ext cx="0" cy="2766008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73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4F8AD-7234-5E4D-A6E5-5088F05B7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51834" y="3687634"/>
            <a:ext cx="2247900" cy="901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779600-6231-BB4B-BA4C-594A9ACD2CE7}"/>
              </a:ext>
            </a:extLst>
          </p:cNvPr>
          <p:cNvCxnSpPr>
            <a:cxnSpLocks/>
          </p:cNvCxnSpPr>
          <p:nvPr/>
        </p:nvCxnSpPr>
        <p:spPr>
          <a:xfrm>
            <a:off x="772116" y="2568154"/>
            <a:ext cx="0" cy="94732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9856F-82AE-4E49-B0D1-4007B4867F1D}"/>
              </a:ext>
            </a:extLst>
          </p:cNvPr>
          <p:cNvCxnSpPr>
            <a:cxnSpLocks/>
          </p:cNvCxnSpPr>
          <p:nvPr/>
        </p:nvCxnSpPr>
        <p:spPr>
          <a:xfrm flipH="1">
            <a:off x="1081708" y="2881865"/>
            <a:ext cx="527174" cy="63361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18976" y="760790"/>
            <a:ext cx="3435120" cy="42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4018976" y="1040349"/>
            <a:ext cx="3597166" cy="1627287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287885" y="924609"/>
            <a:ext cx="5200752" cy="148643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23687" y="875023"/>
            <a:ext cx="6030409" cy="96420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32065" y="445207"/>
            <a:ext cx="4722031" cy="21497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61649" y="722824"/>
            <a:ext cx="6314655" cy="128546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F7FF4-5DAA-E948-A1CE-08062A12BB52}"/>
              </a:ext>
            </a:extLst>
          </p:cNvPr>
          <p:cNvSpPr txBox="1"/>
          <p:nvPr/>
        </p:nvSpPr>
        <p:spPr>
          <a:xfrm>
            <a:off x="5336494" y="3664948"/>
            <a:ext cx="58461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00B050"/>
                </a:solidFill>
              </a:rPr>
              <a:t>Referrer (</a:t>
            </a:r>
            <a:r>
              <a:rPr lang="en-US" sz="2000" dirty="0" err="1">
                <a:solidFill>
                  <a:srgbClr val="00B050"/>
                </a:solidFill>
              </a:rPr>
              <a:t>domein</a:t>
            </a:r>
            <a:r>
              <a:rPr lang="en-US" sz="2000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00B050"/>
                </a:solidFill>
              </a:rPr>
              <a:t>Landingspagina</a:t>
            </a:r>
            <a:r>
              <a:rPr lang="en-US" sz="2000" dirty="0">
                <a:solidFill>
                  <a:srgbClr val="00B050"/>
                </a:solidFill>
              </a:rPr>
              <a:t>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Google ≠ Google (twitter ≠ twitter 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campagne</a:t>
            </a:r>
            <a:r>
              <a:rPr lang="en-US" dirty="0">
                <a:solidFill>
                  <a:srgbClr val="FF0000"/>
                </a:solidFill>
              </a:rPr>
              <a:t>? Welk </a:t>
            </a:r>
            <a:r>
              <a:rPr lang="en-US" dirty="0" err="1">
                <a:solidFill>
                  <a:srgbClr val="FF0000"/>
                </a:solidFill>
              </a:rPr>
              <a:t>thema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Mail,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mailing?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Vanuit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waar</a:t>
            </a:r>
            <a:r>
              <a:rPr lang="en-US" dirty="0">
                <a:solidFill>
                  <a:srgbClr val="FF0000"/>
                </a:solidFill>
              </a:rPr>
              <a:t> in de mail is </a:t>
            </a:r>
            <a:r>
              <a:rPr lang="en-US" dirty="0" err="1">
                <a:solidFill>
                  <a:srgbClr val="FF0000"/>
                </a:solidFill>
              </a:rPr>
              <a:t>geklikt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Twitter,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tweet? </a:t>
            </a:r>
            <a:r>
              <a:rPr lang="en-US" dirty="0" err="1">
                <a:solidFill>
                  <a:srgbClr val="FF0000"/>
                </a:solidFill>
              </a:rPr>
              <a:t>Wanneer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gepubliceerd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Adwords</a:t>
            </a:r>
            <a:r>
              <a:rPr lang="en-US" dirty="0">
                <a:solidFill>
                  <a:srgbClr val="FF0000"/>
                </a:solidFill>
              </a:rPr>
              <a:t>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adgroup</a:t>
            </a:r>
            <a:r>
              <a:rPr lang="en-US" dirty="0">
                <a:solidFill>
                  <a:srgbClr val="FF0000"/>
                </a:solidFill>
              </a:rPr>
              <a:t>/ad?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0000"/>
                </a:solidFill>
              </a:rPr>
              <a:t>Facebook, maar </a:t>
            </a:r>
            <a:r>
              <a:rPr lang="en-US" dirty="0" err="1">
                <a:solidFill>
                  <a:srgbClr val="FF0000"/>
                </a:solidFill>
              </a:rPr>
              <a:t>welke</a:t>
            </a:r>
            <a:r>
              <a:rPr lang="en-US" dirty="0">
                <a:solidFill>
                  <a:srgbClr val="FF0000"/>
                </a:solidFill>
              </a:rPr>
              <a:t> post? </a:t>
            </a:r>
            <a:r>
              <a:rPr lang="en-US" dirty="0" err="1">
                <a:solidFill>
                  <a:srgbClr val="FF0000"/>
                </a:solidFill>
              </a:rPr>
              <a:t>Betaald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en-US" dirty="0" err="1">
                <a:solidFill>
                  <a:srgbClr val="FF0000"/>
                </a:solidFill>
              </a:rPr>
              <a:t>organisch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Alle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betaalde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verkeer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samen</a:t>
            </a:r>
            <a:r>
              <a:rPr lang="en-US" dirty="0">
                <a:solidFill>
                  <a:srgbClr val="FF0000"/>
                </a:solidFill>
              </a:rPr>
              <a:t>? (</a:t>
            </a:r>
            <a:r>
              <a:rPr lang="en-US" dirty="0" err="1">
                <a:solidFill>
                  <a:srgbClr val="FF0000"/>
                </a:solidFill>
              </a:rPr>
              <a:t>clusteren</a:t>
            </a:r>
            <a:r>
              <a:rPr lang="en-US" dirty="0">
                <a:solidFill>
                  <a:srgbClr val="FF0000"/>
                </a:solidFill>
              </a:rPr>
              <a:t> is </a:t>
            </a:r>
            <a:r>
              <a:rPr lang="en-US" dirty="0" err="1">
                <a:solidFill>
                  <a:srgbClr val="FF0000"/>
                </a:solidFill>
              </a:rPr>
              <a:t>optellen</a:t>
            </a:r>
            <a:r>
              <a:rPr lang="en-US" dirty="0">
                <a:solidFill>
                  <a:srgbClr val="FF0000"/>
                </a:solidFill>
              </a:rPr>
              <a:t>?)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Etc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4274A1F4-BA5E-5E47-8CE6-B4E2C77109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8076" y="4351340"/>
            <a:ext cx="2452634" cy="2409224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6DDA105-B32B-AB40-BFC4-E1C6D3C20E49}"/>
              </a:ext>
            </a:extLst>
          </p:cNvPr>
          <p:cNvSpPr/>
          <p:nvPr/>
        </p:nvSpPr>
        <p:spPr>
          <a:xfrm>
            <a:off x="4073495" y="361865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26E570-8F7E-3B4F-8D81-DA2DA34FFA8F}"/>
              </a:ext>
            </a:extLst>
          </p:cNvPr>
          <p:cNvCxnSpPr>
            <a:cxnSpLocks/>
          </p:cNvCxnSpPr>
          <p:nvPr/>
        </p:nvCxnSpPr>
        <p:spPr>
          <a:xfrm>
            <a:off x="3511896" y="434312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F1ACF8D-5943-3E4A-BF0A-BF0C322A8A45}"/>
              </a:ext>
            </a:extLst>
          </p:cNvPr>
          <p:cNvCxnSpPr>
            <a:cxnSpLocks/>
          </p:cNvCxnSpPr>
          <p:nvPr/>
        </p:nvCxnSpPr>
        <p:spPr>
          <a:xfrm>
            <a:off x="4500563" y="262008"/>
            <a:ext cx="0" cy="2766008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36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Hoe </a:t>
            </a:r>
            <a:r>
              <a:rPr lang="en-US" sz="3600" dirty="0" err="1"/>
              <a:t>komt</a:t>
            </a:r>
            <a:r>
              <a:rPr lang="en-US" sz="3600" dirty="0"/>
              <a:t> </a:t>
            </a:r>
            <a:r>
              <a:rPr lang="en-US" sz="3600" dirty="0" err="1"/>
              <a:t>dit</a:t>
            </a:r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9314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30" y="919280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97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</p:spTree>
    <p:extLst>
      <p:ext uri="{BB962C8B-B14F-4D97-AF65-F5344CB8AC3E}">
        <p14:creationId xmlns:p14="http://schemas.microsoft.com/office/powerpoint/2010/main" val="137484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97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3FC014-6B2A-FC4D-A7C6-A9E3C05D9047}"/>
              </a:ext>
            </a:extLst>
          </p:cNvPr>
          <p:cNvSpPr txBox="1"/>
          <p:nvPr/>
        </p:nvSpPr>
        <p:spPr>
          <a:xfrm rot="20814420">
            <a:off x="4151433" y="927874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309148" y="370551"/>
            <a:ext cx="4736229" cy="114465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0925677">
            <a:off x="3601355" y="571262"/>
            <a:ext cx="240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7AF03-C9E9-A84B-8079-11F6DE3BC261}"/>
              </a:ext>
            </a:extLst>
          </p:cNvPr>
          <p:cNvCxnSpPr>
            <a:cxnSpLocks/>
          </p:cNvCxnSpPr>
          <p:nvPr/>
        </p:nvCxnSpPr>
        <p:spPr>
          <a:xfrm flipV="1">
            <a:off x="1880343" y="779489"/>
            <a:ext cx="5389887" cy="132625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1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186202" y="963610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97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592BC-A53F-9444-8929-3024A033EBEA}"/>
              </a:ext>
            </a:extLst>
          </p:cNvPr>
          <p:cNvSpPr txBox="1"/>
          <p:nvPr/>
        </p:nvSpPr>
        <p:spPr>
          <a:xfrm>
            <a:off x="1728033" y="59364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7AF03-C9E9-A84B-8079-11F6DE3BC261}"/>
              </a:ext>
            </a:extLst>
          </p:cNvPr>
          <p:cNvCxnSpPr>
            <a:cxnSpLocks/>
          </p:cNvCxnSpPr>
          <p:nvPr/>
        </p:nvCxnSpPr>
        <p:spPr>
          <a:xfrm flipV="1">
            <a:off x="2863568" y="697216"/>
            <a:ext cx="4187042" cy="10601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F5D01A-768A-4645-A2CE-966CB799CA69}"/>
              </a:ext>
            </a:extLst>
          </p:cNvPr>
          <p:cNvCxnSpPr>
            <a:cxnSpLocks/>
          </p:cNvCxnSpPr>
          <p:nvPr/>
        </p:nvCxnSpPr>
        <p:spPr>
          <a:xfrm flipV="1">
            <a:off x="3724876" y="1290578"/>
            <a:ext cx="3733199" cy="11954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43FC014-6B2A-FC4D-A7C6-A9E3C05D9047}"/>
              </a:ext>
            </a:extLst>
          </p:cNvPr>
          <p:cNvSpPr txBox="1"/>
          <p:nvPr/>
        </p:nvSpPr>
        <p:spPr>
          <a:xfrm rot="20814420">
            <a:off x="4605605" y="629923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67539A-B7CE-024E-B35A-A55400A4F0F7}"/>
              </a:ext>
            </a:extLst>
          </p:cNvPr>
          <p:cNvSpPr txBox="1"/>
          <p:nvPr/>
        </p:nvSpPr>
        <p:spPr>
          <a:xfrm rot="20486690">
            <a:off x="4995134" y="1290165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213654" y="307693"/>
            <a:ext cx="4637966" cy="11787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0611017">
            <a:off x="3601355" y="361402"/>
            <a:ext cx="240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</p:spTree>
    <p:extLst>
      <p:ext uri="{BB962C8B-B14F-4D97-AF65-F5344CB8AC3E}">
        <p14:creationId xmlns:p14="http://schemas.microsoft.com/office/powerpoint/2010/main" val="145498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186202" y="963610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730" y="4344967"/>
            <a:ext cx="1295775" cy="664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240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105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 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592BC-A53F-9444-8929-3024A033EBEA}"/>
              </a:ext>
            </a:extLst>
          </p:cNvPr>
          <p:cNvSpPr txBox="1"/>
          <p:nvPr/>
        </p:nvSpPr>
        <p:spPr>
          <a:xfrm>
            <a:off x="1728033" y="59364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74B4B-AFAF-C947-8CAD-E7B0EAF1EBA2}"/>
              </a:ext>
            </a:extLst>
          </p:cNvPr>
          <p:cNvSpPr txBox="1"/>
          <p:nvPr/>
        </p:nvSpPr>
        <p:spPr>
          <a:xfrm>
            <a:off x="4482839" y="3910029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7AF03-C9E9-A84B-8079-11F6DE3BC261}"/>
              </a:ext>
            </a:extLst>
          </p:cNvPr>
          <p:cNvCxnSpPr>
            <a:cxnSpLocks/>
          </p:cNvCxnSpPr>
          <p:nvPr/>
        </p:nvCxnSpPr>
        <p:spPr>
          <a:xfrm flipV="1">
            <a:off x="2863568" y="697216"/>
            <a:ext cx="4187042" cy="106014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F5D01A-768A-4645-A2CE-966CB799CA69}"/>
              </a:ext>
            </a:extLst>
          </p:cNvPr>
          <p:cNvCxnSpPr>
            <a:cxnSpLocks/>
          </p:cNvCxnSpPr>
          <p:nvPr/>
        </p:nvCxnSpPr>
        <p:spPr>
          <a:xfrm flipV="1">
            <a:off x="3724876" y="1290578"/>
            <a:ext cx="3733199" cy="119547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43FC014-6B2A-FC4D-A7C6-A9E3C05D9047}"/>
              </a:ext>
            </a:extLst>
          </p:cNvPr>
          <p:cNvSpPr txBox="1"/>
          <p:nvPr/>
        </p:nvSpPr>
        <p:spPr>
          <a:xfrm rot="20814420">
            <a:off x="4605605" y="629923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67539A-B7CE-024E-B35A-A55400A4F0F7}"/>
              </a:ext>
            </a:extLst>
          </p:cNvPr>
          <p:cNvSpPr txBox="1"/>
          <p:nvPr/>
        </p:nvSpPr>
        <p:spPr>
          <a:xfrm rot="20486690">
            <a:off x="4995134" y="1290165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0B9C20-B3E1-0946-8847-89260EE62C99}"/>
              </a:ext>
            </a:extLst>
          </p:cNvPr>
          <p:cNvCxnSpPr>
            <a:cxnSpLocks/>
          </p:cNvCxnSpPr>
          <p:nvPr/>
        </p:nvCxnSpPr>
        <p:spPr>
          <a:xfrm flipV="1">
            <a:off x="5214395" y="1901574"/>
            <a:ext cx="2511710" cy="28955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96D768-A491-4441-9422-20A5BB1E9D92}"/>
              </a:ext>
            </a:extLst>
          </p:cNvPr>
          <p:cNvCxnSpPr>
            <a:cxnSpLocks/>
          </p:cNvCxnSpPr>
          <p:nvPr/>
        </p:nvCxnSpPr>
        <p:spPr>
          <a:xfrm flipV="1">
            <a:off x="5972175" y="2097473"/>
            <a:ext cx="2095383" cy="316262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213654" y="307693"/>
            <a:ext cx="4637966" cy="117878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0611017">
            <a:off x="3601355" y="361402"/>
            <a:ext cx="240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794E29-5B91-3D42-B93D-51ED11B24BB0}"/>
              </a:ext>
            </a:extLst>
          </p:cNvPr>
          <p:cNvSpPr txBox="1"/>
          <p:nvPr/>
        </p:nvSpPr>
        <p:spPr>
          <a:xfrm rot="18630506">
            <a:off x="5406220" y="2756593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twitter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0F706-AE33-144E-8642-4DE99DE5C218}"/>
              </a:ext>
            </a:extLst>
          </p:cNvPr>
          <p:cNvSpPr txBox="1"/>
          <p:nvPr/>
        </p:nvSpPr>
        <p:spPr>
          <a:xfrm rot="18119732">
            <a:off x="5685886" y="3463786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twitter</a:t>
            </a:r>
          </a:p>
        </p:txBody>
      </p:sp>
    </p:spTree>
    <p:extLst>
      <p:ext uri="{BB962C8B-B14F-4D97-AF65-F5344CB8AC3E}">
        <p14:creationId xmlns:p14="http://schemas.microsoft.com/office/powerpoint/2010/main" val="31535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626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dirty="0" err="1"/>
              <a:t>Dus</a:t>
            </a:r>
            <a:r>
              <a:rPr lang="en-US" sz="3600" dirty="0"/>
              <a:t> hoe is de </a:t>
            </a:r>
            <a:r>
              <a:rPr lang="en-US" sz="3600" dirty="0" err="1"/>
              <a:t>herkomst</a:t>
            </a:r>
            <a:r>
              <a:rPr lang="en-US" sz="3600" dirty="0"/>
              <a:t> (‘campaign+’) tracking van UWV </a:t>
            </a:r>
            <a:r>
              <a:rPr lang="en-US" sz="3600" dirty="0" err="1"/>
              <a:t>dan</a:t>
            </a:r>
            <a:r>
              <a:rPr lang="en-US" sz="3600" dirty="0"/>
              <a:t> </a:t>
            </a:r>
            <a:r>
              <a:rPr lang="en-US" sz="3600" dirty="0" err="1"/>
              <a:t>gedaan</a:t>
            </a:r>
            <a:r>
              <a:rPr lang="en-US" sz="3600" dirty="0"/>
              <a:t>?</a:t>
            </a:r>
            <a:br>
              <a:rPr lang="en-US" sz="3600" dirty="0"/>
            </a:br>
            <a:br>
              <a:rPr lang="en-US" sz="3600" dirty="0"/>
            </a:br>
            <a:endParaRPr lang="en-US" sz="36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838D6-A0D1-6B47-8BCB-0C410CC142EC}"/>
              </a:ext>
            </a:extLst>
          </p:cNvPr>
          <p:cNvSpPr txBox="1"/>
          <p:nvPr/>
        </p:nvSpPr>
        <p:spPr>
          <a:xfrm>
            <a:off x="2173857" y="3640347"/>
            <a:ext cx="9023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-&gt;  3 </a:t>
            </a:r>
            <a:r>
              <a:rPr lang="en-US" sz="2800" dirty="0" err="1"/>
              <a:t>delen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32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4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Deel</a:t>
            </a:r>
            <a:r>
              <a:rPr lang="en-US" sz="2400" dirty="0"/>
              <a:t> 1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C393C-BEFB-D042-A7AF-A2510A9D327A}"/>
              </a:ext>
            </a:extLst>
          </p:cNvPr>
          <p:cNvSpPr txBox="1"/>
          <p:nvPr/>
        </p:nvSpPr>
        <p:spPr>
          <a:xfrm>
            <a:off x="2110596" y="3071004"/>
            <a:ext cx="7970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‘tagging’.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(= ‘ad media code tagging’ in de URL)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742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730" y="4344967"/>
            <a:ext cx="1295775" cy="6645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D7E848-411B-4042-83A3-84C44B7FA2FD}"/>
              </a:ext>
            </a:extLst>
          </p:cNvPr>
          <p:cNvSpPr/>
          <p:nvPr/>
        </p:nvSpPr>
        <p:spPr>
          <a:xfrm>
            <a:off x="2496752" y="2934670"/>
            <a:ext cx="607673" cy="6134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DC4F33-4526-9345-8584-9114B95E0B69}"/>
              </a:ext>
            </a:extLst>
          </p:cNvPr>
          <p:cNvSpPr/>
          <p:nvPr/>
        </p:nvSpPr>
        <p:spPr>
          <a:xfrm>
            <a:off x="3020027" y="2549326"/>
            <a:ext cx="509764" cy="5252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4AEEC4-702E-2145-AD15-1856D07DEC7A}"/>
              </a:ext>
            </a:extLst>
          </p:cNvPr>
          <p:cNvSpPr/>
          <p:nvPr/>
        </p:nvSpPr>
        <p:spPr>
          <a:xfrm>
            <a:off x="3117205" y="3102982"/>
            <a:ext cx="260432" cy="2893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46" y="1188509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592BC-A53F-9444-8929-3024A033EBEA}"/>
              </a:ext>
            </a:extLst>
          </p:cNvPr>
          <p:cNvSpPr txBox="1"/>
          <p:nvPr/>
        </p:nvSpPr>
        <p:spPr>
          <a:xfrm>
            <a:off x="1728033" y="59364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74B4B-AFAF-C947-8CAD-E7B0EAF1EBA2}"/>
              </a:ext>
            </a:extLst>
          </p:cNvPr>
          <p:cNvSpPr txBox="1"/>
          <p:nvPr/>
        </p:nvSpPr>
        <p:spPr>
          <a:xfrm>
            <a:off x="4482839" y="3910029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F5D01A-768A-4645-A2CE-966CB799CA69}"/>
              </a:ext>
            </a:extLst>
          </p:cNvPr>
          <p:cNvCxnSpPr>
            <a:cxnSpLocks/>
          </p:cNvCxnSpPr>
          <p:nvPr/>
        </p:nvCxnSpPr>
        <p:spPr>
          <a:xfrm flipV="1">
            <a:off x="3724876" y="1486477"/>
            <a:ext cx="3933228" cy="9995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67539A-B7CE-024E-B35A-A55400A4F0F7}"/>
              </a:ext>
            </a:extLst>
          </p:cNvPr>
          <p:cNvSpPr txBox="1"/>
          <p:nvPr/>
        </p:nvSpPr>
        <p:spPr>
          <a:xfrm rot="20749029">
            <a:off x="4735830" y="1562247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0B9C20-B3E1-0946-8847-89260EE62C99}"/>
              </a:ext>
            </a:extLst>
          </p:cNvPr>
          <p:cNvCxnSpPr>
            <a:cxnSpLocks/>
          </p:cNvCxnSpPr>
          <p:nvPr/>
        </p:nvCxnSpPr>
        <p:spPr>
          <a:xfrm flipV="1">
            <a:off x="5214395" y="2381422"/>
            <a:ext cx="3672430" cy="24156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D96D768-A491-4441-9422-20A5BB1E9D92}"/>
              </a:ext>
            </a:extLst>
          </p:cNvPr>
          <p:cNvCxnSpPr>
            <a:cxnSpLocks/>
          </p:cNvCxnSpPr>
          <p:nvPr/>
        </p:nvCxnSpPr>
        <p:spPr>
          <a:xfrm flipV="1">
            <a:off x="5972175" y="2846624"/>
            <a:ext cx="2914650" cy="24134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8F48ED4-3307-EA45-A90C-E6C8B06FAA2F}"/>
              </a:ext>
            </a:extLst>
          </p:cNvPr>
          <p:cNvSpPr/>
          <p:nvPr/>
        </p:nvSpPr>
        <p:spPr>
          <a:xfrm>
            <a:off x="1448830" y="1771770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F1E9D8-F718-B44F-9948-D37E42EEC545}"/>
              </a:ext>
            </a:extLst>
          </p:cNvPr>
          <p:cNvSpPr/>
          <p:nvPr/>
        </p:nvSpPr>
        <p:spPr>
          <a:xfrm>
            <a:off x="1836492" y="1322353"/>
            <a:ext cx="585787" cy="55709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C53CC7-ACE6-A443-8755-3DD6E32AC4BA}"/>
              </a:ext>
            </a:extLst>
          </p:cNvPr>
          <p:cNvCxnSpPr>
            <a:cxnSpLocks/>
          </p:cNvCxnSpPr>
          <p:nvPr/>
        </p:nvCxnSpPr>
        <p:spPr>
          <a:xfrm flipV="1">
            <a:off x="2213654" y="384812"/>
            <a:ext cx="6704035" cy="110166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B902D4-1961-6844-9E36-03A0C105263B}"/>
              </a:ext>
            </a:extLst>
          </p:cNvPr>
          <p:cNvSpPr txBox="1"/>
          <p:nvPr/>
        </p:nvSpPr>
        <p:spPr>
          <a:xfrm rot="21039524">
            <a:off x="3192286" y="382757"/>
            <a:ext cx="623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TAG: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+ UWV account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Campagne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X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9F19B0-93B6-5448-BE8E-01EA23B0F70F}"/>
              </a:ext>
            </a:extLst>
          </p:cNvPr>
          <p:cNvSpPr txBox="1"/>
          <p:nvPr/>
        </p:nvSpPr>
        <p:spPr>
          <a:xfrm rot="19946949">
            <a:off x="1691942" y="1189832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17D581-95DC-7C40-BBCB-C7BDAFE6DFF3}"/>
              </a:ext>
            </a:extLst>
          </p:cNvPr>
          <p:cNvSpPr txBox="1"/>
          <p:nvPr/>
        </p:nvSpPr>
        <p:spPr>
          <a:xfrm rot="20036589">
            <a:off x="1272454" y="1711031"/>
            <a:ext cx="13658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Campagne</a:t>
            </a:r>
            <a:r>
              <a:rPr lang="en-US" sz="1100" dirty="0"/>
              <a:t> 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C16076-6D65-E94F-8A61-4192EFD6C6DD}"/>
              </a:ext>
            </a:extLst>
          </p:cNvPr>
          <p:cNvSpPr txBox="1"/>
          <p:nvPr/>
        </p:nvSpPr>
        <p:spPr>
          <a:xfrm rot="19181710">
            <a:off x="6123804" y="3809252"/>
            <a:ext cx="2331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twitter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CB87A3-9908-C745-B5DA-D0CE32D0740E}"/>
              </a:ext>
            </a:extLst>
          </p:cNvPr>
          <p:cNvSpPr txBox="1"/>
          <p:nvPr/>
        </p:nvSpPr>
        <p:spPr>
          <a:xfrm rot="19603169">
            <a:off x="5006278" y="2331090"/>
            <a:ext cx="623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TAG: twitter + UWV account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F8F1F4-1F35-8249-9BC7-08130F97F5D7}"/>
              </a:ext>
            </a:extLst>
          </p:cNvPr>
          <p:cNvCxnSpPr>
            <a:cxnSpLocks/>
          </p:cNvCxnSpPr>
          <p:nvPr/>
        </p:nvCxnSpPr>
        <p:spPr>
          <a:xfrm flipV="1">
            <a:off x="1862377" y="703874"/>
            <a:ext cx="7024448" cy="142104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5942ABD-2587-1546-94B4-2734CED72A55}"/>
              </a:ext>
            </a:extLst>
          </p:cNvPr>
          <p:cNvSpPr txBox="1"/>
          <p:nvPr/>
        </p:nvSpPr>
        <p:spPr>
          <a:xfrm rot="20925044">
            <a:off x="3674388" y="801275"/>
            <a:ext cx="623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TAG: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+ UWV account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Campagne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Y +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etc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3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4" grpId="0"/>
      <p:bldP spid="35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150" y="86625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Deel</a:t>
            </a:r>
            <a:r>
              <a:rPr lang="en-US" sz="3600" dirty="0"/>
              <a:t> 2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‘Hierarchical model’ 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 ‘clustering’</a:t>
            </a:r>
            <a:b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b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3600" i="1" dirty="0">
                <a:solidFill>
                  <a:schemeClr val="bg1">
                    <a:lumMod val="50000"/>
                  </a:schemeClr>
                </a:solidFill>
              </a:rPr>
              <a:t>(backend </a:t>
            </a:r>
            <a:r>
              <a:rPr lang="en-US" sz="3600" i="1" dirty="0" err="1">
                <a:solidFill>
                  <a:schemeClr val="bg1">
                    <a:lumMod val="50000"/>
                  </a:schemeClr>
                </a:solidFill>
              </a:rPr>
              <a:t>webtrekk</a:t>
            </a:r>
            <a:r>
              <a:rPr lang="en-US" sz="36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ED3BD-B418-AA47-8EAE-27175D41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60" y="2723214"/>
            <a:ext cx="5492217" cy="376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70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41" y="4251334"/>
            <a:ext cx="1295775" cy="664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20" y="1143918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4" y="1879446"/>
            <a:ext cx="1258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 account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F98FF5E-6733-4547-A65D-4A4E604AECA9}"/>
              </a:ext>
            </a:extLst>
          </p:cNvPr>
          <p:cNvSpPr/>
          <p:nvPr/>
        </p:nvSpPr>
        <p:spPr>
          <a:xfrm>
            <a:off x="855930" y="68884"/>
            <a:ext cx="7095879" cy="6482388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4D068-CDED-854C-94B3-1EFCFB8E0A8D}"/>
              </a:ext>
            </a:extLst>
          </p:cNvPr>
          <p:cNvSpPr txBox="1"/>
          <p:nvPr/>
        </p:nvSpPr>
        <p:spPr>
          <a:xfrm>
            <a:off x="4768864" y="297532"/>
            <a:ext cx="2152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vanuit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 ‘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Social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’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B8C83E-1D77-EA44-84AE-1726C18D5CB3}"/>
              </a:ext>
            </a:extLst>
          </p:cNvPr>
          <p:cNvSpPr txBox="1"/>
          <p:nvPr/>
        </p:nvSpPr>
        <p:spPr>
          <a:xfrm>
            <a:off x="2426581" y="620698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55FC01-2DC9-6F44-886D-46BF608E0E33}"/>
              </a:ext>
            </a:extLst>
          </p:cNvPr>
          <p:cNvSpPr txBox="1"/>
          <p:nvPr/>
        </p:nvSpPr>
        <p:spPr>
          <a:xfrm>
            <a:off x="4676171" y="3861484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BA7FA3-55AE-2043-A7A9-68877FA83C55}"/>
              </a:ext>
            </a:extLst>
          </p:cNvPr>
          <p:cNvSpPr/>
          <p:nvPr/>
        </p:nvSpPr>
        <p:spPr>
          <a:xfrm>
            <a:off x="5810487" y="2782971"/>
            <a:ext cx="2079048" cy="177404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AE012-EE4D-484B-AC1B-8164E73A9A6D}"/>
              </a:ext>
            </a:extLst>
          </p:cNvPr>
          <p:cNvSpPr txBox="1"/>
          <p:nvPr/>
        </p:nvSpPr>
        <p:spPr>
          <a:xfrm>
            <a:off x="5960962" y="2349464"/>
            <a:ext cx="2083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Betaald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+ social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(’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gebooste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posts’)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979BDE-1478-714F-9505-D9C9053DE62A}"/>
              </a:ext>
            </a:extLst>
          </p:cNvPr>
          <p:cNvSpPr/>
          <p:nvPr/>
        </p:nvSpPr>
        <p:spPr>
          <a:xfrm>
            <a:off x="1828545" y="2552246"/>
            <a:ext cx="455270" cy="43646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3BDDE2-DBE9-FB42-9CC5-3DFC16223EF5}"/>
              </a:ext>
            </a:extLst>
          </p:cNvPr>
          <p:cNvSpPr/>
          <p:nvPr/>
        </p:nvSpPr>
        <p:spPr>
          <a:xfrm>
            <a:off x="5330131" y="5261626"/>
            <a:ext cx="277798" cy="26396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0F13CB-5DCC-CA4E-B0A4-88CCB348B632}"/>
              </a:ext>
            </a:extLst>
          </p:cNvPr>
          <p:cNvCxnSpPr>
            <a:cxnSpLocks/>
          </p:cNvCxnSpPr>
          <p:nvPr/>
        </p:nvCxnSpPr>
        <p:spPr>
          <a:xfrm>
            <a:off x="2056180" y="2746094"/>
            <a:ext cx="4047409" cy="61728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2575BD-9504-C744-B20C-C2AE208124F1}"/>
              </a:ext>
            </a:extLst>
          </p:cNvPr>
          <p:cNvCxnSpPr>
            <a:cxnSpLocks/>
          </p:cNvCxnSpPr>
          <p:nvPr/>
        </p:nvCxnSpPr>
        <p:spPr>
          <a:xfrm flipV="1">
            <a:off x="5469030" y="3854261"/>
            <a:ext cx="735001" cy="152456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54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4" grpId="0" animBg="1"/>
      <p:bldP spid="6" grpId="0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3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Deel</a:t>
            </a:r>
            <a:r>
              <a:rPr lang="en-US" sz="3600" dirty="0"/>
              <a:t> 3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43C7D8-3F62-974F-87A1-0B839E08B649}"/>
              </a:ext>
            </a:extLst>
          </p:cNvPr>
          <p:cNvSpPr txBox="1"/>
          <p:nvPr/>
        </p:nvSpPr>
        <p:spPr>
          <a:xfrm>
            <a:off x="1500995" y="3122764"/>
            <a:ext cx="92302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‘Ad tracking settings’ + </a:t>
            </a:r>
            <a:r>
              <a:rPr lang="en-US" sz="2400" dirty="0" err="1"/>
              <a:t>logica</a:t>
            </a:r>
            <a:br>
              <a:rPr lang="en-US" sz="2400" dirty="0"/>
            </a:br>
            <a:br>
              <a:rPr lang="en-US" sz="2400" dirty="0"/>
            </a:b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(backend 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</a:rPr>
              <a:t>webtrekk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472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pattFill prst="wd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392036" y="1262002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01215" y="1921838"/>
            <a:ext cx="1103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DE956-9A0E-5849-99E2-E90D7FF8D755}"/>
              </a:ext>
            </a:extLst>
          </p:cNvPr>
          <p:cNvSpPr txBox="1"/>
          <p:nvPr/>
        </p:nvSpPr>
        <p:spPr>
          <a:xfrm>
            <a:off x="2765503" y="3447116"/>
            <a:ext cx="2349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/>
              <a:t>B</a:t>
            </a:r>
            <a:r>
              <a:rPr lang="en-US" sz="2000" i="1" dirty="0"/>
              <a:t>(</a:t>
            </a:r>
            <a:r>
              <a:rPr lang="en-US" sz="2000" i="1" dirty="0" err="1"/>
              <a:t>gearceerd</a:t>
            </a:r>
            <a:r>
              <a:rPr lang="en-US" sz="2000" i="1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DDE57-4DC4-2D48-A1CA-0A09349F8861}"/>
              </a:ext>
            </a:extLst>
          </p:cNvPr>
          <p:cNvSpPr txBox="1"/>
          <p:nvPr/>
        </p:nvSpPr>
        <p:spPr>
          <a:xfrm>
            <a:off x="6057900" y="4705291"/>
            <a:ext cx="1856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totaal</a:t>
            </a:r>
            <a:r>
              <a:rPr lang="en-US" sz="3200" dirty="0"/>
              <a:t> </a:t>
            </a:r>
            <a:r>
              <a:rPr lang="en-US" sz="3200" b="1" dirty="0"/>
              <a:t>–</a:t>
            </a:r>
            <a:r>
              <a:rPr lang="en-US" sz="3200" dirty="0"/>
              <a:t> 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5FCEA-0926-3F4B-8882-D0A6CE27E4BE}"/>
              </a:ext>
            </a:extLst>
          </p:cNvPr>
          <p:cNvSpPr txBox="1"/>
          <p:nvPr/>
        </p:nvSpPr>
        <p:spPr>
          <a:xfrm>
            <a:off x="1857011" y="450135"/>
            <a:ext cx="1575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 err="1"/>
              <a:t>totaal</a:t>
            </a:r>
            <a:endParaRPr lang="en-US" sz="36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D8485-7C7B-0343-A923-7068CBF00F0E}"/>
              </a:ext>
            </a:extLst>
          </p:cNvPr>
          <p:cNvSpPr txBox="1"/>
          <p:nvPr/>
        </p:nvSpPr>
        <p:spPr>
          <a:xfrm>
            <a:off x="7914807" y="4705291"/>
            <a:ext cx="2833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=</a:t>
            </a:r>
            <a:r>
              <a:rPr lang="en-US" i="1" dirty="0"/>
              <a:t> </a:t>
            </a:r>
            <a:r>
              <a:rPr lang="en-US" i="1" dirty="0" err="1"/>
              <a:t>gearceerde</a:t>
            </a:r>
            <a:r>
              <a:rPr lang="en-US" i="1" dirty="0"/>
              <a:t> </a:t>
            </a:r>
            <a:r>
              <a:rPr lang="en-US" i="1" dirty="0" err="1"/>
              <a:t>deel</a:t>
            </a:r>
            <a:r>
              <a:rPr lang="en-US" i="1" dirty="0"/>
              <a:t> van </a:t>
            </a:r>
            <a:r>
              <a:rPr lang="en-US" sz="2800" dirty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74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5D9F-D808-2B4E-A8B2-772A6E90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364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03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GoogleSEA</a:t>
            </a:r>
            <a:endParaRPr lang="en-US" sz="1400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DE956-9A0E-5849-99E2-E90D7FF8D755}"/>
              </a:ext>
            </a:extLst>
          </p:cNvPr>
          <p:cNvSpPr txBox="1"/>
          <p:nvPr/>
        </p:nvSpPr>
        <p:spPr>
          <a:xfrm>
            <a:off x="2505007" y="714749"/>
            <a:ext cx="1413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Google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5C291-8F18-A144-A4B8-AF81587089A5}"/>
              </a:ext>
            </a:extLst>
          </p:cNvPr>
          <p:cNvSpPr txBox="1"/>
          <p:nvPr/>
        </p:nvSpPr>
        <p:spPr>
          <a:xfrm>
            <a:off x="6520721" y="1290578"/>
            <a:ext cx="3417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Totaal</a:t>
            </a:r>
            <a:r>
              <a:rPr lang="en-US" sz="2400" dirty="0"/>
              <a:t> google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73AF76-BE2D-6C41-8073-D2148FD89800}"/>
              </a:ext>
            </a:extLst>
          </p:cNvPr>
          <p:cNvSpPr txBox="1"/>
          <p:nvPr/>
        </p:nvSpPr>
        <p:spPr>
          <a:xfrm>
            <a:off x="6595671" y="1728089"/>
            <a:ext cx="3417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-</a:t>
            </a:r>
            <a:r>
              <a:rPr lang="en-US" sz="2400" dirty="0"/>
              <a:t> Google SEA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21154-993E-BE43-AA47-CC57F288B9AA}"/>
              </a:ext>
            </a:extLst>
          </p:cNvPr>
          <p:cNvSpPr txBox="1"/>
          <p:nvPr/>
        </p:nvSpPr>
        <p:spPr>
          <a:xfrm>
            <a:off x="6520720" y="2187223"/>
            <a:ext cx="34177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----------------------</a:t>
            </a:r>
            <a:br>
              <a:rPr lang="en-US" sz="2400" dirty="0"/>
            </a:br>
            <a:r>
              <a:rPr lang="en-US" sz="2400" dirty="0"/>
              <a:t>= Earned Google (=SEO)</a:t>
            </a:r>
          </a:p>
        </p:txBody>
      </p:sp>
    </p:spTree>
    <p:extLst>
      <p:ext uri="{BB962C8B-B14F-4D97-AF65-F5344CB8AC3E}">
        <p14:creationId xmlns:p14="http://schemas.microsoft.com/office/powerpoint/2010/main" val="233730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/>
      <p:bldP spid="12" grpId="0"/>
      <p:bldP spid="13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064871" y="1116957"/>
            <a:ext cx="3159890" cy="325827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71AFCE-2EE3-0D47-B8B9-AE8FA660A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618" y="4134913"/>
            <a:ext cx="1295775" cy="664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406324" y="1290578"/>
            <a:ext cx="1805649" cy="175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FEE885-F0C3-F648-812C-7CCD8E2CF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786" y="809567"/>
            <a:ext cx="595936" cy="5959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013995" y="1879446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UWV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4224760" y="4375231"/>
            <a:ext cx="1979271" cy="19329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4352080" y="4479395"/>
            <a:ext cx="1331089" cy="130793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4757195" y="4942390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UWV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B8C83E-1D77-EA44-84AE-1726C18D5CB3}"/>
              </a:ext>
            </a:extLst>
          </p:cNvPr>
          <p:cNvSpPr txBox="1"/>
          <p:nvPr/>
        </p:nvSpPr>
        <p:spPr>
          <a:xfrm>
            <a:off x="1945147" y="533242"/>
            <a:ext cx="1103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55FC01-2DC9-6F44-886D-46BF608E0E33}"/>
              </a:ext>
            </a:extLst>
          </p:cNvPr>
          <p:cNvSpPr txBox="1"/>
          <p:nvPr/>
        </p:nvSpPr>
        <p:spPr>
          <a:xfrm>
            <a:off x="4861368" y="3889102"/>
            <a:ext cx="68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Twitter </a:t>
            </a:r>
            <a:r>
              <a:rPr lang="en-US" sz="1200" i="1" dirty="0" err="1"/>
              <a:t>totaal</a:t>
            </a:r>
            <a:endParaRPr lang="en-US" sz="12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82A23-3D87-9148-84A1-D5DEF653288C}"/>
              </a:ext>
            </a:extLst>
          </p:cNvPr>
          <p:cNvSpPr txBox="1"/>
          <p:nvPr/>
        </p:nvSpPr>
        <p:spPr>
          <a:xfrm>
            <a:off x="5127585" y="663058"/>
            <a:ext cx="6673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Facebook </a:t>
            </a:r>
            <a:r>
              <a:rPr lang="en-US" dirty="0" err="1"/>
              <a:t>totaal</a:t>
            </a:r>
            <a:r>
              <a:rPr lang="en-US" dirty="0"/>
              <a:t>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-min-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dirty="0"/>
              <a:t>Facebook UWV account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’earned’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61C233-38CA-6E4E-B77F-93989F4A58A9}"/>
              </a:ext>
            </a:extLst>
          </p:cNvPr>
          <p:cNvSpPr txBox="1"/>
          <p:nvPr/>
        </p:nvSpPr>
        <p:spPr>
          <a:xfrm>
            <a:off x="5838465" y="2627260"/>
            <a:ext cx="635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Twitter </a:t>
            </a:r>
            <a:r>
              <a:rPr lang="en-US" dirty="0" err="1"/>
              <a:t>totaal</a:t>
            </a:r>
            <a:r>
              <a:rPr lang="en-US" dirty="0"/>
              <a:t>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-min-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Twitter UWV account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=</a:t>
            </a:r>
            <a:r>
              <a:rPr lang="en-US" dirty="0"/>
              <a:t> ’earned’ </a:t>
            </a:r>
            <a:r>
              <a:rPr lang="en-US" dirty="0" err="1"/>
              <a:t>bezoeken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B54162-1EE2-834D-8F0B-171245C92D3F}"/>
              </a:ext>
            </a:extLst>
          </p:cNvPr>
          <p:cNvSpPr/>
          <p:nvPr/>
        </p:nvSpPr>
        <p:spPr>
          <a:xfrm>
            <a:off x="10473831" y="4046862"/>
            <a:ext cx="1959789" cy="198074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189029-6408-BF41-ACE6-3D38D3651101}"/>
              </a:ext>
            </a:extLst>
          </p:cNvPr>
          <p:cNvSpPr txBox="1"/>
          <p:nvPr/>
        </p:nvSpPr>
        <p:spPr>
          <a:xfrm>
            <a:off x="9960992" y="4061333"/>
            <a:ext cx="1077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‘Earned’ 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bezoeken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438117E-EDF0-9C4C-9D68-FBF054E19151}"/>
              </a:ext>
            </a:extLst>
          </p:cNvPr>
          <p:cNvCxnSpPr>
            <a:cxnSpLocks/>
          </p:cNvCxnSpPr>
          <p:nvPr/>
        </p:nvCxnSpPr>
        <p:spPr>
          <a:xfrm flipV="1">
            <a:off x="2697480" y="1116958"/>
            <a:ext cx="5034409" cy="1510302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5A29D75-2355-844A-82B4-E3A8CE9BFC80}"/>
              </a:ext>
            </a:extLst>
          </p:cNvPr>
          <p:cNvCxnSpPr>
            <a:cxnSpLocks/>
          </p:cNvCxnSpPr>
          <p:nvPr/>
        </p:nvCxnSpPr>
        <p:spPr>
          <a:xfrm flipV="1">
            <a:off x="2697480" y="952950"/>
            <a:ext cx="2290913" cy="7944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4CC1E5-3842-884F-B5C8-203BBDB0B966}"/>
              </a:ext>
            </a:extLst>
          </p:cNvPr>
          <p:cNvCxnSpPr>
            <a:cxnSpLocks/>
          </p:cNvCxnSpPr>
          <p:nvPr/>
        </p:nvCxnSpPr>
        <p:spPr>
          <a:xfrm flipV="1">
            <a:off x="5440101" y="3224474"/>
            <a:ext cx="1284790" cy="1126293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8489AC-A95E-544B-9977-D5293508C481}"/>
              </a:ext>
            </a:extLst>
          </p:cNvPr>
          <p:cNvCxnSpPr>
            <a:cxnSpLocks/>
          </p:cNvCxnSpPr>
          <p:nvPr/>
        </p:nvCxnSpPr>
        <p:spPr>
          <a:xfrm flipV="1">
            <a:off x="5440101" y="3102982"/>
            <a:ext cx="3090441" cy="2198223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22F383-B61A-DA41-8CBC-B5F57E88C1B2}"/>
              </a:ext>
            </a:extLst>
          </p:cNvPr>
          <p:cNvCxnSpPr>
            <a:cxnSpLocks/>
          </p:cNvCxnSpPr>
          <p:nvPr/>
        </p:nvCxnSpPr>
        <p:spPr>
          <a:xfrm>
            <a:off x="10346803" y="1281896"/>
            <a:ext cx="1454672" cy="3411916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BAEAD1E-0D42-654C-B820-0DA324B448C5}"/>
              </a:ext>
            </a:extLst>
          </p:cNvPr>
          <p:cNvCxnSpPr>
            <a:cxnSpLocks/>
          </p:cNvCxnSpPr>
          <p:nvPr/>
        </p:nvCxnSpPr>
        <p:spPr>
          <a:xfrm>
            <a:off x="10564973" y="3102982"/>
            <a:ext cx="737451" cy="1729639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7C4BE5E-EB48-9B48-AE75-DD56742D1CD4}"/>
              </a:ext>
            </a:extLst>
          </p:cNvPr>
          <p:cNvSpPr/>
          <p:nvPr/>
        </p:nvSpPr>
        <p:spPr>
          <a:xfrm>
            <a:off x="330353" y="5044376"/>
            <a:ext cx="2158014" cy="2165889"/>
          </a:xfrm>
          <a:prstGeom prst="ellipse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25B466-B77F-4442-BA0B-CFF027F51A5A}"/>
              </a:ext>
            </a:extLst>
          </p:cNvPr>
          <p:cNvSpPr/>
          <p:nvPr/>
        </p:nvSpPr>
        <p:spPr>
          <a:xfrm>
            <a:off x="671806" y="5203008"/>
            <a:ext cx="1233149" cy="11656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619729-CDA0-FF4A-A213-3F5C053F068E}"/>
              </a:ext>
            </a:extLst>
          </p:cNvPr>
          <p:cNvSpPr txBox="1"/>
          <p:nvPr/>
        </p:nvSpPr>
        <p:spPr>
          <a:xfrm>
            <a:off x="1016503" y="5589110"/>
            <a:ext cx="75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GoogleSEA</a:t>
            </a:r>
            <a:endParaRPr lang="en-US" sz="1400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E275B7-1D77-6D48-8DE5-7ABAE84B188E}"/>
              </a:ext>
            </a:extLst>
          </p:cNvPr>
          <p:cNvSpPr txBox="1"/>
          <p:nvPr/>
        </p:nvSpPr>
        <p:spPr>
          <a:xfrm>
            <a:off x="933888" y="4808420"/>
            <a:ext cx="1621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Google </a:t>
            </a:r>
            <a:r>
              <a:rPr lang="en-US" sz="1400" i="1" dirty="0" err="1"/>
              <a:t>totaal</a:t>
            </a:r>
            <a:endParaRPr lang="en-US" sz="14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182E1-907D-A04A-8DE2-80B728E79E16}"/>
              </a:ext>
            </a:extLst>
          </p:cNvPr>
          <p:cNvSpPr txBox="1"/>
          <p:nvPr/>
        </p:nvSpPr>
        <p:spPr>
          <a:xfrm rot="20717178">
            <a:off x="4486233" y="346210"/>
            <a:ext cx="2393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Alles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met referrer = </a:t>
            </a:r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sz="14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7A978-3F44-AB49-90BD-2B645998DB01}"/>
              </a:ext>
            </a:extLst>
          </p:cNvPr>
          <p:cNvSpPr txBox="1"/>
          <p:nvPr/>
        </p:nvSpPr>
        <p:spPr>
          <a:xfrm rot="21360360">
            <a:off x="7746545" y="125340"/>
            <a:ext cx="293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Alles</a:t>
            </a:r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met tag AND </a:t>
            </a:r>
          </a:p>
          <a:p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referrer =  </a:t>
            </a:r>
            <a:r>
              <a:rPr lang="en-US" sz="1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facebook</a:t>
            </a:r>
            <a:endParaRPr lang="en-US" sz="14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0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4" grpId="0" animBg="1"/>
      <p:bldP spid="25" grpId="0"/>
      <p:bldP spid="2" grpId="0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A80-DF60-0A40-90D7-8359E6B7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2" y="1825625"/>
            <a:ext cx="11997128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1 + 2 + 3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  ‘tagging’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(1) </a:t>
            </a:r>
            <a:r>
              <a:rPr lang="en-US" sz="3600" b="1" dirty="0"/>
              <a:t>+</a:t>
            </a:r>
            <a:r>
              <a:rPr lang="en-US" sz="3600" dirty="0"/>
              <a:t> ‘Hierarchical model’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(2) </a:t>
            </a:r>
            <a:r>
              <a:rPr lang="en-US" sz="3600" b="1" dirty="0"/>
              <a:t>+</a:t>
            </a:r>
            <a:r>
              <a:rPr lang="en-US" sz="3600" dirty="0"/>
              <a:t> ‘A min B </a:t>
            </a:r>
            <a:r>
              <a:rPr lang="en-US" sz="3600" dirty="0" err="1"/>
              <a:t>logica</a:t>
            </a:r>
            <a:r>
              <a:rPr lang="en-US" sz="3600" dirty="0"/>
              <a:t>’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(3)</a:t>
            </a:r>
            <a:br>
              <a:rPr lang="en-US" sz="3600" dirty="0"/>
            </a:br>
            <a:endParaRPr lang="en-US" sz="36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863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5AFF4BC-52AD-D64F-89F0-771492328821}"/>
              </a:ext>
            </a:extLst>
          </p:cNvPr>
          <p:cNvSpPr/>
          <p:nvPr/>
        </p:nvSpPr>
        <p:spPr>
          <a:xfrm>
            <a:off x="1388969" y="1406333"/>
            <a:ext cx="2234429" cy="24711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0407F7-9A51-A44C-8D4D-D42D692927AA}"/>
              </a:ext>
            </a:extLst>
          </p:cNvPr>
          <p:cNvSpPr/>
          <p:nvPr/>
        </p:nvSpPr>
        <p:spPr>
          <a:xfrm>
            <a:off x="1533648" y="1556804"/>
            <a:ext cx="1487551" cy="14529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D7E848-411B-4042-83A3-84C44B7FA2FD}"/>
              </a:ext>
            </a:extLst>
          </p:cNvPr>
          <p:cNvSpPr/>
          <p:nvPr/>
        </p:nvSpPr>
        <p:spPr>
          <a:xfrm>
            <a:off x="2496753" y="2934670"/>
            <a:ext cx="500620" cy="5083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4AEEC4-702E-2145-AD15-1856D07DEC7A}"/>
              </a:ext>
            </a:extLst>
          </p:cNvPr>
          <p:cNvSpPr/>
          <p:nvPr/>
        </p:nvSpPr>
        <p:spPr>
          <a:xfrm>
            <a:off x="3117205" y="3102982"/>
            <a:ext cx="214552" cy="23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FE63F-D311-6247-9B21-45302640DBA0}"/>
              </a:ext>
            </a:extLst>
          </p:cNvPr>
          <p:cNvSpPr txBox="1"/>
          <p:nvPr/>
        </p:nvSpPr>
        <p:spPr>
          <a:xfrm>
            <a:off x="2141319" y="2145671"/>
            <a:ext cx="908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UWV account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67E00D-9875-E643-8A55-E06D6FBC7606}"/>
              </a:ext>
            </a:extLst>
          </p:cNvPr>
          <p:cNvSpPr/>
          <p:nvPr/>
        </p:nvSpPr>
        <p:spPr>
          <a:xfrm>
            <a:off x="3010861" y="3505415"/>
            <a:ext cx="1630587" cy="160163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2C1D7A-6223-1242-95E2-41A2D482B3E9}"/>
              </a:ext>
            </a:extLst>
          </p:cNvPr>
          <p:cNvSpPr/>
          <p:nvPr/>
        </p:nvSpPr>
        <p:spPr>
          <a:xfrm>
            <a:off x="3138182" y="3609580"/>
            <a:ext cx="1096594" cy="10837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AB9AAA-8346-B74C-8DA8-F1674EF0285B}"/>
              </a:ext>
            </a:extLst>
          </p:cNvPr>
          <p:cNvSpPr txBox="1"/>
          <p:nvPr/>
        </p:nvSpPr>
        <p:spPr>
          <a:xfrm>
            <a:off x="3543295" y="4072574"/>
            <a:ext cx="625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UWV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F98FF5E-6733-4547-A65D-4A4E604AECA9}"/>
              </a:ext>
            </a:extLst>
          </p:cNvPr>
          <p:cNvSpPr/>
          <p:nvPr/>
        </p:nvSpPr>
        <p:spPr>
          <a:xfrm>
            <a:off x="1319513" y="740781"/>
            <a:ext cx="3969504" cy="4560426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4D068-CDED-854C-94B3-1EFCFB8E0A8D}"/>
              </a:ext>
            </a:extLst>
          </p:cNvPr>
          <p:cNvSpPr txBox="1"/>
          <p:nvPr/>
        </p:nvSpPr>
        <p:spPr>
          <a:xfrm>
            <a:off x="4015714" y="904175"/>
            <a:ext cx="1773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Bezoeken</a:t>
            </a:r>
            <a:r>
              <a:rPr lang="en-US" i="1" dirty="0"/>
              <a:t> </a:t>
            </a:r>
            <a:r>
              <a:rPr lang="en-US" i="1" dirty="0" err="1"/>
              <a:t>vanuit</a:t>
            </a:r>
            <a:r>
              <a:rPr lang="en-US" i="1" dirty="0"/>
              <a:t> ‘</a:t>
            </a:r>
            <a:r>
              <a:rPr lang="en-US" b="1" i="1" dirty="0"/>
              <a:t>Social</a:t>
            </a:r>
            <a:r>
              <a:rPr lang="en-US" i="1" dirty="0"/>
              <a:t>’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4D1A89-5810-5C4C-8E5D-376B73A5E534}"/>
              </a:ext>
            </a:extLst>
          </p:cNvPr>
          <p:cNvSpPr/>
          <p:nvPr/>
        </p:nvSpPr>
        <p:spPr>
          <a:xfrm>
            <a:off x="8009187" y="1076449"/>
            <a:ext cx="2276598" cy="22437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C7CD9-ADFD-8B4D-89B8-B1BEF522DD7A}"/>
              </a:ext>
            </a:extLst>
          </p:cNvPr>
          <p:cNvSpPr txBox="1"/>
          <p:nvPr/>
        </p:nvSpPr>
        <p:spPr>
          <a:xfrm>
            <a:off x="8785185" y="1203768"/>
            <a:ext cx="127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‘Paid’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3EAF795-95AB-2744-8494-DFC712949535}"/>
              </a:ext>
            </a:extLst>
          </p:cNvPr>
          <p:cNvSpPr/>
          <p:nvPr/>
        </p:nvSpPr>
        <p:spPr>
          <a:xfrm>
            <a:off x="2018381" y="1589190"/>
            <a:ext cx="539260" cy="52967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A90B285-DF6D-3B45-98B4-87246AE6C446}"/>
              </a:ext>
            </a:extLst>
          </p:cNvPr>
          <p:cNvSpPr/>
          <p:nvPr/>
        </p:nvSpPr>
        <p:spPr>
          <a:xfrm>
            <a:off x="3591568" y="3635639"/>
            <a:ext cx="426333" cy="4331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6C20B3-65E7-9D4C-B199-AEF2B583E5E4}"/>
              </a:ext>
            </a:extLst>
          </p:cNvPr>
          <p:cNvCxnSpPr>
            <a:cxnSpLocks/>
          </p:cNvCxnSpPr>
          <p:nvPr/>
        </p:nvCxnSpPr>
        <p:spPr>
          <a:xfrm flipV="1">
            <a:off x="2439744" y="1805783"/>
            <a:ext cx="5813005" cy="62938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3E7043-0819-1D47-A431-3FFAF05FA2DE}"/>
              </a:ext>
            </a:extLst>
          </p:cNvPr>
          <p:cNvCxnSpPr>
            <a:cxnSpLocks/>
          </p:cNvCxnSpPr>
          <p:nvPr/>
        </p:nvCxnSpPr>
        <p:spPr>
          <a:xfrm flipV="1">
            <a:off x="3824344" y="2516411"/>
            <a:ext cx="4578876" cy="1311036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E61F89E-9A0B-BB46-9C3E-F7BDC074DB52}"/>
              </a:ext>
            </a:extLst>
          </p:cNvPr>
          <p:cNvSpPr/>
          <p:nvPr/>
        </p:nvSpPr>
        <p:spPr>
          <a:xfrm>
            <a:off x="6458673" y="4166885"/>
            <a:ext cx="2658490" cy="234966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4358CD-D786-0542-AE6D-C1772E7C620E}"/>
              </a:ext>
            </a:extLst>
          </p:cNvPr>
          <p:cNvSpPr txBox="1"/>
          <p:nvPr/>
        </p:nvSpPr>
        <p:spPr>
          <a:xfrm>
            <a:off x="8753821" y="4278611"/>
            <a:ext cx="1370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/>
              <a:t>Bezoeken</a:t>
            </a:r>
            <a:r>
              <a:rPr lang="en-US" sz="1400" i="1" dirty="0"/>
              <a:t> </a:t>
            </a:r>
            <a:r>
              <a:rPr lang="en-US" sz="1400" i="1" dirty="0" err="1"/>
              <a:t>vanuit</a:t>
            </a:r>
            <a:r>
              <a:rPr lang="en-US" sz="1400" i="1" dirty="0"/>
              <a:t> ‘ </a:t>
            </a:r>
            <a:r>
              <a:rPr lang="en-US" sz="1400" b="1" i="1" dirty="0" err="1"/>
              <a:t>Zoekmachines</a:t>
            </a:r>
            <a:r>
              <a:rPr lang="en-US" sz="1400" b="1" i="1" dirty="0"/>
              <a:t>’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B56427-509A-614C-A17E-97DD033307B3}"/>
              </a:ext>
            </a:extLst>
          </p:cNvPr>
          <p:cNvSpPr/>
          <p:nvPr/>
        </p:nvSpPr>
        <p:spPr>
          <a:xfrm>
            <a:off x="6564773" y="4354010"/>
            <a:ext cx="1630101" cy="156921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FBA6986-8214-DD44-8FC4-FB159E24892A}"/>
              </a:ext>
            </a:extLst>
          </p:cNvPr>
          <p:cNvSpPr/>
          <p:nvPr/>
        </p:nvSpPr>
        <p:spPr>
          <a:xfrm>
            <a:off x="6647724" y="4448535"/>
            <a:ext cx="1118888" cy="10511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D9A8A6-B633-AA41-904C-A97A2064EBD4}"/>
              </a:ext>
            </a:extLst>
          </p:cNvPr>
          <p:cNvSpPr txBox="1"/>
          <p:nvPr/>
        </p:nvSpPr>
        <p:spPr>
          <a:xfrm rot="204252">
            <a:off x="7627326" y="4330134"/>
            <a:ext cx="676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Google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48F78AB-DFB5-E542-ABBD-90F502A2890C}"/>
              </a:ext>
            </a:extLst>
          </p:cNvPr>
          <p:cNvSpPr/>
          <p:nvPr/>
        </p:nvSpPr>
        <p:spPr>
          <a:xfrm>
            <a:off x="8076235" y="5273244"/>
            <a:ext cx="708950" cy="75139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BC49C5-E838-844B-9E2F-078CBE8DC5BC}"/>
              </a:ext>
            </a:extLst>
          </p:cNvPr>
          <p:cNvSpPr txBox="1"/>
          <p:nvPr/>
        </p:nvSpPr>
        <p:spPr>
          <a:xfrm rot="867236">
            <a:off x="8438168" y="5138635"/>
            <a:ext cx="499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Bing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2AD3611-51A8-7742-A075-351B2019ADD5}"/>
              </a:ext>
            </a:extLst>
          </p:cNvPr>
          <p:cNvSpPr/>
          <p:nvPr/>
        </p:nvSpPr>
        <p:spPr>
          <a:xfrm>
            <a:off x="8182335" y="5298319"/>
            <a:ext cx="474374" cy="4503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BBAC90-EE48-EC4E-89CB-EC54513EE489}"/>
              </a:ext>
            </a:extLst>
          </p:cNvPr>
          <p:cNvCxnSpPr>
            <a:cxnSpLocks/>
          </p:cNvCxnSpPr>
          <p:nvPr/>
        </p:nvCxnSpPr>
        <p:spPr>
          <a:xfrm flipV="1">
            <a:off x="7264177" y="2548559"/>
            <a:ext cx="1782878" cy="2301177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9BC75CD-DC7D-0D43-8FA5-42998EA75F3E}"/>
              </a:ext>
            </a:extLst>
          </p:cNvPr>
          <p:cNvCxnSpPr>
            <a:cxnSpLocks/>
          </p:cNvCxnSpPr>
          <p:nvPr/>
        </p:nvCxnSpPr>
        <p:spPr>
          <a:xfrm flipV="1">
            <a:off x="8369437" y="2858145"/>
            <a:ext cx="1377389" cy="2551731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5B69D291-26F4-C540-BDB3-AAA3341612F7}"/>
              </a:ext>
            </a:extLst>
          </p:cNvPr>
          <p:cNvSpPr/>
          <p:nvPr/>
        </p:nvSpPr>
        <p:spPr>
          <a:xfrm>
            <a:off x="8137003" y="1547843"/>
            <a:ext cx="485065" cy="506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10CCF9-162D-6447-A55E-42DEE36A54D3}"/>
              </a:ext>
            </a:extLst>
          </p:cNvPr>
          <p:cNvSpPr/>
          <p:nvPr/>
        </p:nvSpPr>
        <p:spPr>
          <a:xfrm>
            <a:off x="8218018" y="2185932"/>
            <a:ext cx="485065" cy="506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E30920-4E91-D943-8E79-67359DF40A87}"/>
              </a:ext>
            </a:extLst>
          </p:cNvPr>
          <p:cNvSpPr/>
          <p:nvPr/>
        </p:nvSpPr>
        <p:spPr>
          <a:xfrm>
            <a:off x="8800687" y="1922952"/>
            <a:ext cx="804201" cy="8171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758AC25-C1D9-2A46-9672-C1FDB578FB72}"/>
              </a:ext>
            </a:extLst>
          </p:cNvPr>
          <p:cNvSpPr/>
          <p:nvPr/>
        </p:nvSpPr>
        <p:spPr>
          <a:xfrm>
            <a:off x="9538280" y="2548559"/>
            <a:ext cx="485065" cy="50611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68D33C4-6D84-1645-AE8E-431CEE374F16}"/>
              </a:ext>
            </a:extLst>
          </p:cNvPr>
          <p:cNvSpPr/>
          <p:nvPr/>
        </p:nvSpPr>
        <p:spPr>
          <a:xfrm>
            <a:off x="8876703" y="2036716"/>
            <a:ext cx="252035" cy="3077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5668424-D9F4-A049-AB4D-B2ACE97DA702}"/>
              </a:ext>
            </a:extLst>
          </p:cNvPr>
          <p:cNvSpPr/>
          <p:nvPr/>
        </p:nvSpPr>
        <p:spPr>
          <a:xfrm>
            <a:off x="8932879" y="2051678"/>
            <a:ext cx="191622" cy="1921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27BB4F-4D7C-9946-BB29-3BA3D6D0FC5F}"/>
              </a:ext>
            </a:extLst>
          </p:cNvPr>
          <p:cNvSpPr txBox="1"/>
          <p:nvPr/>
        </p:nvSpPr>
        <p:spPr>
          <a:xfrm rot="1034855">
            <a:off x="6868301" y="5169854"/>
            <a:ext cx="574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C69BC6-5B43-4C4C-8A40-87245BD3F56A}"/>
              </a:ext>
            </a:extLst>
          </p:cNvPr>
          <p:cNvSpPr txBox="1"/>
          <p:nvPr/>
        </p:nvSpPr>
        <p:spPr>
          <a:xfrm rot="1034855">
            <a:off x="8191005" y="5494066"/>
            <a:ext cx="4199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2F580E8-57F3-AF4A-B7A5-AF8B739FFBB8}"/>
              </a:ext>
            </a:extLst>
          </p:cNvPr>
          <p:cNvSpPr/>
          <p:nvPr/>
        </p:nvSpPr>
        <p:spPr>
          <a:xfrm>
            <a:off x="8828374" y="2015495"/>
            <a:ext cx="388717" cy="5009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13AFA0-E747-3A4A-8636-392729B92D66}"/>
              </a:ext>
            </a:extLst>
          </p:cNvPr>
          <p:cNvSpPr txBox="1"/>
          <p:nvPr/>
        </p:nvSpPr>
        <p:spPr>
          <a:xfrm rot="417147">
            <a:off x="2454026" y="1109702"/>
            <a:ext cx="908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Facebook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D1D6F9-2E4B-024C-9EE2-50D566C7C941}"/>
              </a:ext>
            </a:extLst>
          </p:cNvPr>
          <p:cNvSpPr txBox="1"/>
          <p:nvPr/>
        </p:nvSpPr>
        <p:spPr>
          <a:xfrm rot="687785">
            <a:off x="3863141" y="3315299"/>
            <a:ext cx="908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twitter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A46B800-8810-E546-8C33-17943911E04B}"/>
              </a:ext>
            </a:extLst>
          </p:cNvPr>
          <p:cNvSpPr/>
          <p:nvPr/>
        </p:nvSpPr>
        <p:spPr>
          <a:xfrm>
            <a:off x="9938986" y="69535"/>
            <a:ext cx="1959789" cy="19807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F9CFD-1CF7-3C4A-B666-B6C50604EE46}"/>
              </a:ext>
            </a:extLst>
          </p:cNvPr>
          <p:cNvSpPr txBox="1"/>
          <p:nvPr/>
        </p:nvSpPr>
        <p:spPr>
          <a:xfrm>
            <a:off x="10556111" y="208344"/>
            <a:ext cx="95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‘Earned’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13284AA-825F-804C-8CCA-4068E029E9D2}"/>
              </a:ext>
            </a:extLst>
          </p:cNvPr>
          <p:cNvSpPr/>
          <p:nvPr/>
        </p:nvSpPr>
        <p:spPr>
          <a:xfrm>
            <a:off x="10188101" y="2084721"/>
            <a:ext cx="1660149" cy="16423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56D6766-AAF4-D04A-863A-E32143C22F76}"/>
              </a:ext>
            </a:extLst>
          </p:cNvPr>
          <p:cNvSpPr/>
          <p:nvPr/>
        </p:nvSpPr>
        <p:spPr>
          <a:xfrm>
            <a:off x="8831971" y="-104175"/>
            <a:ext cx="1191708" cy="12037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F729CF-D9CF-0443-B248-13A4EB5B388C}"/>
              </a:ext>
            </a:extLst>
          </p:cNvPr>
          <p:cNvSpPr txBox="1"/>
          <p:nvPr/>
        </p:nvSpPr>
        <p:spPr>
          <a:xfrm>
            <a:off x="10727312" y="2323389"/>
            <a:ext cx="780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‘Shared’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0491DD-88F0-4D49-9750-754BEC3547FC}"/>
              </a:ext>
            </a:extLst>
          </p:cNvPr>
          <p:cNvSpPr txBox="1"/>
          <p:nvPr/>
        </p:nvSpPr>
        <p:spPr>
          <a:xfrm>
            <a:off x="9077618" y="54455"/>
            <a:ext cx="88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‘Owned’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D0D34E0-74A4-4548-9185-8B335F4289CB}"/>
              </a:ext>
            </a:extLst>
          </p:cNvPr>
          <p:cNvSpPr/>
          <p:nvPr/>
        </p:nvSpPr>
        <p:spPr>
          <a:xfrm>
            <a:off x="4060534" y="5057715"/>
            <a:ext cx="2444544" cy="2130166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32C7E9-091D-9D4B-83FA-1ED82AFDB503}"/>
              </a:ext>
            </a:extLst>
          </p:cNvPr>
          <p:cNvSpPr txBox="1"/>
          <p:nvPr/>
        </p:nvSpPr>
        <p:spPr>
          <a:xfrm>
            <a:off x="4711281" y="4833800"/>
            <a:ext cx="1577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Referral </a:t>
            </a:r>
            <a:r>
              <a:rPr lang="en-US" sz="1400" dirty="0" err="1"/>
              <a:t>bezoeken</a:t>
            </a:r>
            <a:endParaRPr lang="en-US" sz="14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F4E3B83-59AF-7E4E-8BE9-1EE31E10A0AD}"/>
              </a:ext>
            </a:extLst>
          </p:cNvPr>
          <p:cNvSpPr/>
          <p:nvPr/>
        </p:nvSpPr>
        <p:spPr>
          <a:xfrm>
            <a:off x="4081491" y="5437522"/>
            <a:ext cx="1323886" cy="1420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726834-E9B4-2049-92FD-D5F991F2A82B}"/>
              </a:ext>
            </a:extLst>
          </p:cNvPr>
          <p:cNvSpPr txBox="1"/>
          <p:nvPr/>
        </p:nvSpPr>
        <p:spPr>
          <a:xfrm>
            <a:off x="4144759" y="5765597"/>
            <a:ext cx="13024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UWV satellite sites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35B8795-8293-B94D-BC03-6881EB9DE57C}"/>
              </a:ext>
            </a:extLst>
          </p:cNvPr>
          <p:cNvSpPr/>
          <p:nvPr/>
        </p:nvSpPr>
        <p:spPr>
          <a:xfrm>
            <a:off x="5387236" y="6045470"/>
            <a:ext cx="919296" cy="9421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E6C9B3-7077-7A47-B3C4-ED498F06D498}"/>
              </a:ext>
            </a:extLst>
          </p:cNvPr>
          <p:cNvSpPr txBox="1"/>
          <p:nvPr/>
        </p:nvSpPr>
        <p:spPr>
          <a:xfrm>
            <a:off x="5399221" y="6382404"/>
            <a:ext cx="8891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advertorials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BF81558-99F6-0A41-B3EB-FD919DCE14E9}"/>
              </a:ext>
            </a:extLst>
          </p:cNvPr>
          <p:cNvCxnSpPr>
            <a:cxnSpLocks/>
          </p:cNvCxnSpPr>
          <p:nvPr/>
        </p:nvCxnSpPr>
        <p:spPr>
          <a:xfrm flipV="1">
            <a:off x="5682968" y="1415868"/>
            <a:ext cx="5144247" cy="414000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A4402E4-94EA-E341-A8E5-086C0545E7B2}"/>
              </a:ext>
            </a:extLst>
          </p:cNvPr>
          <p:cNvCxnSpPr>
            <a:cxnSpLocks/>
          </p:cNvCxnSpPr>
          <p:nvPr/>
        </p:nvCxnSpPr>
        <p:spPr>
          <a:xfrm flipV="1">
            <a:off x="5012432" y="638420"/>
            <a:ext cx="4135054" cy="55109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E3E9222-6891-FA43-B99F-98FCDC357FE6}"/>
              </a:ext>
            </a:extLst>
          </p:cNvPr>
          <p:cNvCxnSpPr>
            <a:cxnSpLocks/>
          </p:cNvCxnSpPr>
          <p:nvPr/>
        </p:nvCxnSpPr>
        <p:spPr>
          <a:xfrm flipV="1">
            <a:off x="5964585" y="2888467"/>
            <a:ext cx="2523638" cy="344485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1E45C03-20A3-8B4A-929D-A4293FC9257F}"/>
              </a:ext>
            </a:extLst>
          </p:cNvPr>
          <p:cNvSpPr txBox="1"/>
          <p:nvPr/>
        </p:nvSpPr>
        <p:spPr>
          <a:xfrm rot="20220888">
            <a:off x="1943298" y="1496490"/>
            <a:ext cx="1348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Boosted posts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078493A-1FAE-1A40-9511-AE2893EFB889}"/>
              </a:ext>
            </a:extLst>
          </p:cNvPr>
          <p:cNvCxnSpPr>
            <a:cxnSpLocks/>
          </p:cNvCxnSpPr>
          <p:nvPr/>
        </p:nvCxnSpPr>
        <p:spPr>
          <a:xfrm flipV="1">
            <a:off x="7998047" y="1144841"/>
            <a:ext cx="2565329" cy="386917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E36B58-3F32-8B48-A09F-E41AFEF2CDD0}"/>
              </a:ext>
            </a:extLst>
          </p:cNvPr>
          <p:cNvCxnSpPr>
            <a:cxnSpLocks/>
          </p:cNvCxnSpPr>
          <p:nvPr/>
        </p:nvCxnSpPr>
        <p:spPr>
          <a:xfrm flipV="1">
            <a:off x="8671317" y="1606014"/>
            <a:ext cx="2340687" cy="407489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CCDF626-B486-9446-AF9E-1468AEE6170E}"/>
              </a:ext>
            </a:extLst>
          </p:cNvPr>
          <p:cNvCxnSpPr>
            <a:cxnSpLocks/>
          </p:cNvCxnSpPr>
          <p:nvPr/>
        </p:nvCxnSpPr>
        <p:spPr>
          <a:xfrm>
            <a:off x="2747063" y="2240777"/>
            <a:ext cx="7932673" cy="111578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547E979-88D8-D74C-B6C2-73CD1BCF5478}"/>
              </a:ext>
            </a:extLst>
          </p:cNvPr>
          <p:cNvCxnSpPr>
            <a:cxnSpLocks/>
          </p:cNvCxnSpPr>
          <p:nvPr/>
        </p:nvCxnSpPr>
        <p:spPr>
          <a:xfrm flipV="1">
            <a:off x="3265470" y="1029202"/>
            <a:ext cx="7135830" cy="1742841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F6A2E3A-4C6F-F748-9865-9461B21BC5EE}"/>
              </a:ext>
            </a:extLst>
          </p:cNvPr>
          <p:cNvCxnSpPr>
            <a:cxnSpLocks/>
          </p:cNvCxnSpPr>
          <p:nvPr/>
        </p:nvCxnSpPr>
        <p:spPr>
          <a:xfrm flipV="1">
            <a:off x="4060534" y="3171041"/>
            <a:ext cx="6541712" cy="968984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C254CEF-CB50-164E-98FE-AE99491F6D54}"/>
              </a:ext>
            </a:extLst>
          </p:cNvPr>
          <p:cNvCxnSpPr>
            <a:cxnSpLocks/>
          </p:cNvCxnSpPr>
          <p:nvPr/>
        </p:nvCxnSpPr>
        <p:spPr>
          <a:xfrm flipV="1">
            <a:off x="4362097" y="1726347"/>
            <a:ext cx="6402642" cy="2688818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0ABEA55E-D9BA-F444-9C00-4C1B4C6E2F53}"/>
              </a:ext>
            </a:extLst>
          </p:cNvPr>
          <p:cNvSpPr/>
          <p:nvPr/>
        </p:nvSpPr>
        <p:spPr>
          <a:xfrm>
            <a:off x="7587087" y="5808853"/>
            <a:ext cx="643118" cy="66367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31AAD17-98EC-DC4D-BF66-686FFAB7CAFB}"/>
              </a:ext>
            </a:extLst>
          </p:cNvPr>
          <p:cNvSpPr txBox="1"/>
          <p:nvPr/>
        </p:nvSpPr>
        <p:spPr>
          <a:xfrm rot="441546">
            <a:off x="7226166" y="6206567"/>
            <a:ext cx="1092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DuckDuckGo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6D8F771-94A1-A948-8746-EEA97719B3D1}"/>
              </a:ext>
            </a:extLst>
          </p:cNvPr>
          <p:cNvCxnSpPr>
            <a:cxnSpLocks/>
          </p:cNvCxnSpPr>
          <p:nvPr/>
        </p:nvCxnSpPr>
        <p:spPr>
          <a:xfrm flipV="1">
            <a:off x="7927396" y="1599960"/>
            <a:ext cx="2419251" cy="448490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DDA3BC-FC79-F545-B8A3-D5861FE775DA}"/>
              </a:ext>
            </a:extLst>
          </p:cNvPr>
          <p:cNvSpPr txBox="1"/>
          <p:nvPr/>
        </p:nvSpPr>
        <p:spPr>
          <a:xfrm>
            <a:off x="10877693" y="767822"/>
            <a:ext cx="1903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‘PESO’</a:t>
            </a:r>
          </a:p>
        </p:txBody>
      </p:sp>
    </p:spTree>
    <p:extLst>
      <p:ext uri="{BB962C8B-B14F-4D97-AF65-F5344CB8AC3E}">
        <p14:creationId xmlns:p14="http://schemas.microsoft.com/office/powerpoint/2010/main" val="100932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352F198-1D51-B547-AD7D-A35C44E1DD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8000982"/>
              </p:ext>
            </p:extLst>
          </p:nvPr>
        </p:nvGraphicFramePr>
        <p:xfrm>
          <a:off x="2032000" y="609600"/>
          <a:ext cx="8826500" cy="5985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420F55-9206-1540-9CCB-40CB2A14B98F}"/>
              </a:ext>
            </a:extLst>
          </p:cNvPr>
          <p:cNvSpPr txBox="1"/>
          <p:nvPr/>
        </p:nvSpPr>
        <p:spPr>
          <a:xfrm rot="20834767">
            <a:off x="1524001" y="423385"/>
            <a:ext cx="268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'PESO’..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04BEF-C361-F644-98A7-77F69128ABDB}"/>
              </a:ext>
            </a:extLst>
          </p:cNvPr>
          <p:cNvSpPr txBox="1"/>
          <p:nvPr/>
        </p:nvSpPr>
        <p:spPr>
          <a:xfrm>
            <a:off x="3773513" y="57150"/>
            <a:ext cx="6265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paid + earned + owned + shared = </a:t>
            </a:r>
            <a:r>
              <a:rPr lang="en-US" sz="2000" b="1" dirty="0"/>
              <a:t>100%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644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DEB3882-BF08-1447-8935-C764DCE1F7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7052194"/>
              </p:ext>
            </p:extLst>
          </p:nvPr>
        </p:nvGraphicFramePr>
        <p:xfrm>
          <a:off x="3921760" y="1888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5224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E466A5-138A-2A4E-85A8-522E8A20A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08" y="-26832"/>
            <a:ext cx="11547375" cy="7448712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ED1B1B9-715B-DC4C-8F49-7202E007C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3285789"/>
              </p:ext>
            </p:extLst>
          </p:nvPr>
        </p:nvGraphicFramePr>
        <p:xfrm>
          <a:off x="3812875" y="588232"/>
          <a:ext cx="7408749" cy="4863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8138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F2B8-7F28-C648-8A6B-0A2A4DE1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 </a:t>
            </a:r>
            <a:r>
              <a:rPr lang="en-US" dirty="0" err="1"/>
              <a:t>aflsluiting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F0F9B-DFB0-0746-BC8A-85A820F9A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96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/>
        </p:nvGraphicFramePr>
        <p:xfrm>
          <a:off x="7616142" y="239929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8634714" y="4682158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921" y="2881865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029" y="794221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295" y="2248252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708" y="55257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645" y="1319908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690" y="2174615"/>
            <a:ext cx="1295775" cy="66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4F8AD-7234-5E4D-A6E5-5088F05B7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51834" y="3687634"/>
            <a:ext cx="2247900" cy="901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779600-6231-BB4B-BA4C-594A9ACD2CE7}"/>
              </a:ext>
            </a:extLst>
          </p:cNvPr>
          <p:cNvCxnSpPr>
            <a:cxnSpLocks/>
          </p:cNvCxnSpPr>
          <p:nvPr/>
        </p:nvCxnSpPr>
        <p:spPr>
          <a:xfrm>
            <a:off x="772116" y="2568154"/>
            <a:ext cx="0" cy="94732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9856F-82AE-4E49-B0D1-4007B4867F1D}"/>
              </a:ext>
            </a:extLst>
          </p:cNvPr>
          <p:cNvCxnSpPr>
            <a:cxnSpLocks/>
          </p:cNvCxnSpPr>
          <p:nvPr/>
        </p:nvCxnSpPr>
        <p:spPr>
          <a:xfrm flipH="1">
            <a:off x="1081708" y="2881865"/>
            <a:ext cx="527174" cy="63361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18976" y="760790"/>
            <a:ext cx="3435120" cy="42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4018976" y="1040349"/>
            <a:ext cx="3597166" cy="1627287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287885" y="924609"/>
            <a:ext cx="5200752" cy="148643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23687" y="875023"/>
            <a:ext cx="6030409" cy="96420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32065" y="445207"/>
            <a:ext cx="4722031" cy="214979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176304" y="1829391"/>
            <a:ext cx="717630" cy="838245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0285" y="390403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61649" y="722824"/>
            <a:ext cx="6314655" cy="128546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386618" y="4320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097314" y="1083555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35841" y="2259156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58772" y="199176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02433" y="724581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F7FF4-5DAA-E948-A1CE-08062A12BB52}"/>
              </a:ext>
            </a:extLst>
          </p:cNvPr>
          <p:cNvSpPr txBox="1"/>
          <p:nvPr/>
        </p:nvSpPr>
        <p:spPr>
          <a:xfrm>
            <a:off x="5336494" y="3664948"/>
            <a:ext cx="584616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00B050"/>
                </a:solidFill>
              </a:rPr>
              <a:t>Referrer (</a:t>
            </a:r>
            <a:r>
              <a:rPr lang="en-US" sz="2000" dirty="0" err="1">
                <a:solidFill>
                  <a:srgbClr val="00B050"/>
                </a:solidFill>
              </a:rPr>
              <a:t>domein</a:t>
            </a:r>
            <a:r>
              <a:rPr lang="en-US" sz="2000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00B050"/>
                </a:solidFill>
              </a:rPr>
              <a:t>Landingspagina</a:t>
            </a:r>
            <a:r>
              <a:rPr lang="en-US" sz="2000" dirty="0">
                <a:solidFill>
                  <a:srgbClr val="00B050"/>
                </a:solidFill>
              </a:rPr>
              <a:t> ✓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campagne</a:t>
            </a:r>
            <a:r>
              <a:rPr lang="en-US" sz="2000" dirty="0">
                <a:solidFill>
                  <a:srgbClr val="FF0000"/>
                </a:solidFill>
              </a:rPr>
              <a:t>? Welk </a:t>
            </a:r>
            <a:r>
              <a:rPr lang="en-US" sz="2000" dirty="0" err="1">
                <a:solidFill>
                  <a:srgbClr val="FF0000"/>
                </a:solidFill>
              </a:rPr>
              <a:t>thema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F0000"/>
                </a:solidFill>
              </a:rPr>
              <a:t>Mail,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mailing?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Vanuit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waar</a:t>
            </a:r>
            <a:r>
              <a:rPr lang="en-US" sz="2000" dirty="0">
                <a:solidFill>
                  <a:srgbClr val="FF0000"/>
                </a:solidFill>
              </a:rPr>
              <a:t> in de mail is </a:t>
            </a:r>
            <a:r>
              <a:rPr lang="en-US" sz="2000" dirty="0" err="1">
                <a:solidFill>
                  <a:srgbClr val="FF0000"/>
                </a:solidFill>
              </a:rPr>
              <a:t>geklikt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F0000"/>
                </a:solidFill>
              </a:rPr>
              <a:t>Twitter,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tweet? </a:t>
            </a:r>
            <a:r>
              <a:rPr lang="en-US" sz="2000" dirty="0" err="1">
                <a:solidFill>
                  <a:srgbClr val="FF0000"/>
                </a:solidFill>
              </a:rPr>
              <a:t>Wanneer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gepubliceerd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Adwords</a:t>
            </a:r>
            <a:r>
              <a:rPr lang="en-US" sz="2000" dirty="0">
                <a:solidFill>
                  <a:srgbClr val="FF0000"/>
                </a:solidFill>
              </a:rPr>
              <a:t>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adgroup</a:t>
            </a:r>
            <a:r>
              <a:rPr lang="en-US" sz="2000" dirty="0">
                <a:solidFill>
                  <a:srgbClr val="FF0000"/>
                </a:solidFill>
              </a:rPr>
              <a:t>/ad?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F0000"/>
                </a:solidFill>
              </a:rPr>
              <a:t>Facebook, maar </a:t>
            </a:r>
            <a:r>
              <a:rPr lang="en-US" sz="2000" dirty="0" err="1">
                <a:solidFill>
                  <a:srgbClr val="FF0000"/>
                </a:solidFill>
              </a:rPr>
              <a:t>welke</a:t>
            </a:r>
            <a:r>
              <a:rPr lang="en-US" sz="2000" dirty="0">
                <a:solidFill>
                  <a:srgbClr val="FF0000"/>
                </a:solidFill>
              </a:rPr>
              <a:t> post? </a:t>
            </a:r>
            <a:r>
              <a:rPr lang="en-US" sz="2000" dirty="0" err="1">
                <a:solidFill>
                  <a:srgbClr val="FF0000"/>
                </a:solidFill>
              </a:rPr>
              <a:t>Betaald</a:t>
            </a:r>
            <a:r>
              <a:rPr lang="en-US" sz="2000" dirty="0">
                <a:solidFill>
                  <a:srgbClr val="FF0000"/>
                </a:solidFill>
              </a:rPr>
              <a:t> of </a:t>
            </a:r>
            <a:r>
              <a:rPr lang="en-US" sz="2000" dirty="0" err="1">
                <a:solidFill>
                  <a:srgbClr val="FF0000"/>
                </a:solidFill>
              </a:rPr>
              <a:t>organisch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Alle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betaalde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verkeer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samen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en-US" sz="2000" dirty="0" err="1">
                <a:solidFill>
                  <a:srgbClr val="FF0000"/>
                </a:solidFill>
              </a:rPr>
              <a:t>Etc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etc</a:t>
            </a:r>
            <a:endParaRPr lang="en-US" sz="20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2" name="Circular Arrow 41">
            <a:extLst>
              <a:ext uri="{FF2B5EF4-FFF2-40B4-BE49-F238E27FC236}">
                <a16:creationId xmlns:a16="http://schemas.microsoft.com/office/drawing/2014/main" id="{A53EE7DC-9079-B94B-9EC2-5824A5113DB4}"/>
              </a:ext>
            </a:extLst>
          </p:cNvPr>
          <p:cNvSpPr/>
          <p:nvPr/>
        </p:nvSpPr>
        <p:spPr>
          <a:xfrm rot="1511887">
            <a:off x="395364" y="317149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1684B6-E068-6340-B96D-A88A52455522}"/>
              </a:ext>
            </a:extLst>
          </p:cNvPr>
          <p:cNvCxnSpPr>
            <a:cxnSpLocks/>
          </p:cNvCxnSpPr>
          <p:nvPr/>
        </p:nvCxnSpPr>
        <p:spPr>
          <a:xfrm flipH="1">
            <a:off x="7616142" y="2839116"/>
            <a:ext cx="598468" cy="278838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577CC6-23F7-1844-8AEA-2BB7FB3A3516}"/>
              </a:ext>
            </a:extLst>
          </p:cNvPr>
          <p:cNvCxnSpPr>
            <a:cxnSpLocks/>
          </p:cNvCxnSpPr>
          <p:nvPr/>
        </p:nvCxnSpPr>
        <p:spPr>
          <a:xfrm flipH="1" flipV="1">
            <a:off x="7779896" y="3558382"/>
            <a:ext cx="1139252" cy="51894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4274A1F4-BA5E-5E47-8CE6-B4E2C77109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8076" y="4351340"/>
            <a:ext cx="2452634" cy="2409224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6DDA105-B32B-AB40-BFC4-E1C6D3C20E49}"/>
              </a:ext>
            </a:extLst>
          </p:cNvPr>
          <p:cNvSpPr/>
          <p:nvPr/>
        </p:nvSpPr>
        <p:spPr>
          <a:xfrm>
            <a:off x="4073495" y="361865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26E570-8F7E-3B4F-8D81-DA2DA34FFA8F}"/>
              </a:ext>
            </a:extLst>
          </p:cNvPr>
          <p:cNvCxnSpPr>
            <a:cxnSpLocks/>
          </p:cNvCxnSpPr>
          <p:nvPr/>
        </p:nvCxnSpPr>
        <p:spPr>
          <a:xfrm>
            <a:off x="3511896" y="434312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3D1856-5B16-BF40-B4BE-4429CB755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485844"/>
              </p:ext>
            </p:extLst>
          </p:nvPr>
        </p:nvGraphicFramePr>
        <p:xfrm>
          <a:off x="7631132" y="873411"/>
          <a:ext cx="4169678" cy="500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909EB4-426A-884C-8B22-0B6DCBA396A7}"/>
              </a:ext>
            </a:extLst>
          </p:cNvPr>
          <p:cNvSpPr/>
          <p:nvPr/>
        </p:nvSpPr>
        <p:spPr>
          <a:xfrm>
            <a:off x="9383844" y="5315640"/>
            <a:ext cx="723699" cy="561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13B0E-4599-454F-BCBA-C296031F0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3342" y="3439920"/>
            <a:ext cx="2147670" cy="67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786EE-AF0F-1341-8666-5B8DB41FC2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0019" y="1427703"/>
            <a:ext cx="1639988" cy="1035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5681D-7C9A-FD4C-9CF5-E4E5427C78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0285" y="2881734"/>
            <a:ext cx="1267227" cy="12672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143B8-7FF8-FB43-99CF-CA666ABBBE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6698" y="688739"/>
            <a:ext cx="1650357" cy="819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F67E6-4942-0D49-8222-40F1755D38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635" y="1953390"/>
            <a:ext cx="928344" cy="92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CA3567-2452-A44B-94D1-88B1BBEFF0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2680" y="2808097"/>
            <a:ext cx="1295775" cy="66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4F8AD-7234-5E4D-A6E5-5088F05B7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336844" y="4321116"/>
            <a:ext cx="2247900" cy="9017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779600-6231-BB4B-BA4C-594A9ACD2CE7}"/>
              </a:ext>
            </a:extLst>
          </p:cNvPr>
          <p:cNvCxnSpPr>
            <a:cxnSpLocks/>
          </p:cNvCxnSpPr>
          <p:nvPr/>
        </p:nvCxnSpPr>
        <p:spPr>
          <a:xfrm>
            <a:off x="787106" y="3201636"/>
            <a:ext cx="0" cy="94732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19856F-82AE-4E49-B0D1-4007B4867F1D}"/>
              </a:ext>
            </a:extLst>
          </p:cNvPr>
          <p:cNvCxnSpPr>
            <a:cxnSpLocks/>
          </p:cNvCxnSpPr>
          <p:nvPr/>
        </p:nvCxnSpPr>
        <p:spPr>
          <a:xfrm flipH="1">
            <a:off x="1096698" y="3515347"/>
            <a:ext cx="527174" cy="63361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55917-EA00-BB46-93EF-34224FFA6CFF}"/>
              </a:ext>
            </a:extLst>
          </p:cNvPr>
          <p:cNvCxnSpPr>
            <a:cxnSpLocks/>
          </p:cNvCxnSpPr>
          <p:nvPr/>
        </p:nvCxnSpPr>
        <p:spPr>
          <a:xfrm flipV="1">
            <a:off x="4033966" y="1487544"/>
            <a:ext cx="3619082" cy="32973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899969-AC50-5441-9AB0-5A1E50625E1C}"/>
              </a:ext>
            </a:extLst>
          </p:cNvPr>
          <p:cNvCxnSpPr>
            <a:cxnSpLocks/>
          </p:cNvCxnSpPr>
          <p:nvPr/>
        </p:nvCxnSpPr>
        <p:spPr>
          <a:xfrm flipV="1">
            <a:off x="2640787" y="1710099"/>
            <a:ext cx="5036273" cy="20400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71BF11-9FA9-594A-AB2C-2F97A3852E95}"/>
              </a:ext>
            </a:extLst>
          </p:cNvPr>
          <p:cNvCxnSpPr>
            <a:cxnSpLocks/>
          </p:cNvCxnSpPr>
          <p:nvPr/>
        </p:nvCxnSpPr>
        <p:spPr>
          <a:xfrm flipV="1">
            <a:off x="2302875" y="1616602"/>
            <a:ext cx="5350173" cy="142792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FCD7EB-3E51-3C4E-BFBE-8A858C7AF91F}"/>
              </a:ext>
            </a:extLst>
          </p:cNvPr>
          <p:cNvCxnSpPr>
            <a:cxnSpLocks/>
          </p:cNvCxnSpPr>
          <p:nvPr/>
        </p:nvCxnSpPr>
        <p:spPr>
          <a:xfrm flipV="1">
            <a:off x="1438677" y="1573709"/>
            <a:ext cx="6214371" cy="8990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5937F3-9A8A-3445-AA6E-57799E92118E}"/>
              </a:ext>
            </a:extLst>
          </p:cNvPr>
          <p:cNvCxnSpPr>
            <a:cxnSpLocks/>
          </p:cNvCxnSpPr>
          <p:nvPr/>
        </p:nvCxnSpPr>
        <p:spPr>
          <a:xfrm>
            <a:off x="2747055" y="1078689"/>
            <a:ext cx="4860065" cy="1823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6AF004-1FBD-F243-B5C5-49B7C47AB056}"/>
              </a:ext>
            </a:extLst>
          </p:cNvPr>
          <p:cNvCxnSpPr>
            <a:cxnSpLocks/>
          </p:cNvCxnSpPr>
          <p:nvPr/>
        </p:nvCxnSpPr>
        <p:spPr>
          <a:xfrm flipH="1">
            <a:off x="7251542" y="2462873"/>
            <a:ext cx="593549" cy="1052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BF73194-037F-9C42-A240-5900B22B1A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45295" y="1023885"/>
            <a:ext cx="921934" cy="9219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1F788-54A1-C24C-AE91-B6DDC2F4E42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76639" y="1407302"/>
            <a:ext cx="6754493" cy="7755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ircular Arrow 30">
            <a:extLst>
              <a:ext uri="{FF2B5EF4-FFF2-40B4-BE49-F238E27FC236}">
                <a16:creationId xmlns:a16="http://schemas.microsoft.com/office/drawing/2014/main" id="{F5C79484-37B8-1645-8B0E-9AA9DE22141F}"/>
              </a:ext>
            </a:extLst>
          </p:cNvPr>
          <p:cNvSpPr/>
          <p:nvPr/>
        </p:nvSpPr>
        <p:spPr>
          <a:xfrm rot="1511887">
            <a:off x="2401608" y="676688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ircular Arrow 31">
            <a:extLst>
              <a:ext uri="{FF2B5EF4-FFF2-40B4-BE49-F238E27FC236}">
                <a16:creationId xmlns:a16="http://schemas.microsoft.com/office/drawing/2014/main" id="{C9ACFB02-E7F9-0542-AB81-764ABF9FF649}"/>
              </a:ext>
            </a:extLst>
          </p:cNvPr>
          <p:cNvSpPr/>
          <p:nvPr/>
        </p:nvSpPr>
        <p:spPr>
          <a:xfrm rot="1511887">
            <a:off x="1112304" y="1717037"/>
            <a:ext cx="313695" cy="495418"/>
          </a:xfrm>
          <a:prstGeom prst="circularArrow">
            <a:avLst/>
          </a:prstGeom>
          <a:noFill/>
          <a:ln w="635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ircular Arrow 32">
            <a:extLst>
              <a:ext uri="{FF2B5EF4-FFF2-40B4-BE49-F238E27FC236}">
                <a16:creationId xmlns:a16="http://schemas.microsoft.com/office/drawing/2014/main" id="{5DBA8097-B87A-9B4C-9EC1-47684A397CDB}"/>
              </a:ext>
            </a:extLst>
          </p:cNvPr>
          <p:cNvSpPr/>
          <p:nvPr/>
        </p:nvSpPr>
        <p:spPr>
          <a:xfrm rot="1511887">
            <a:off x="3650831" y="2892638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ular Arrow 33">
            <a:extLst>
              <a:ext uri="{FF2B5EF4-FFF2-40B4-BE49-F238E27FC236}">
                <a16:creationId xmlns:a16="http://schemas.microsoft.com/office/drawing/2014/main" id="{189693ED-3FEF-A048-9E48-92F1A229182E}"/>
              </a:ext>
            </a:extLst>
          </p:cNvPr>
          <p:cNvSpPr/>
          <p:nvPr/>
        </p:nvSpPr>
        <p:spPr>
          <a:xfrm rot="1511887">
            <a:off x="2088752" y="2565283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ircular Arrow 34">
            <a:extLst>
              <a:ext uri="{FF2B5EF4-FFF2-40B4-BE49-F238E27FC236}">
                <a16:creationId xmlns:a16="http://schemas.microsoft.com/office/drawing/2014/main" id="{C69D2FDC-298C-9341-8CF0-B16468382D8F}"/>
              </a:ext>
            </a:extLst>
          </p:cNvPr>
          <p:cNvSpPr/>
          <p:nvPr/>
        </p:nvSpPr>
        <p:spPr>
          <a:xfrm rot="1511887">
            <a:off x="3617423" y="1358063"/>
            <a:ext cx="313695" cy="495418"/>
          </a:xfrm>
          <a:prstGeom prst="circularArrow">
            <a:avLst/>
          </a:prstGeom>
          <a:noFill/>
          <a:ln w="63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7624C-6CD2-974D-B112-3C52E74A8162}"/>
              </a:ext>
            </a:extLst>
          </p:cNvPr>
          <p:cNvSpPr txBox="1"/>
          <p:nvPr/>
        </p:nvSpPr>
        <p:spPr>
          <a:xfrm rot="20501531">
            <a:off x="3279327" y="242849"/>
            <a:ext cx="231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‘Media code tagging’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094E0C-CAE2-294C-938C-1B0CC3557A58}"/>
              </a:ext>
            </a:extLst>
          </p:cNvPr>
          <p:cNvSpPr/>
          <p:nvPr/>
        </p:nvSpPr>
        <p:spPr>
          <a:xfrm>
            <a:off x="3492402" y="909813"/>
            <a:ext cx="133082" cy="220582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6D84F4-F378-F846-A386-762C4CA87F9F}"/>
              </a:ext>
            </a:extLst>
          </p:cNvPr>
          <p:cNvSpPr/>
          <p:nvPr/>
        </p:nvSpPr>
        <p:spPr>
          <a:xfrm>
            <a:off x="7250547" y="955915"/>
            <a:ext cx="296683" cy="1023355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8A950D-B9E9-1647-A643-F578B170D16A}"/>
              </a:ext>
            </a:extLst>
          </p:cNvPr>
          <p:cNvSpPr txBox="1"/>
          <p:nvPr/>
        </p:nvSpPr>
        <p:spPr>
          <a:xfrm rot="20999425">
            <a:off x="6923495" y="383814"/>
            <a:ext cx="299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 ‘hierarchical model (‘PESO’)’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785E68-D01E-0E4F-BF39-E20CC81628A1}"/>
              </a:ext>
            </a:extLst>
          </p:cNvPr>
          <p:cNvSpPr txBox="1"/>
          <p:nvPr/>
        </p:nvSpPr>
        <p:spPr>
          <a:xfrm>
            <a:off x="4684036" y="4750504"/>
            <a:ext cx="58461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campagne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Mail,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mailing?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Vanuit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waar</a:t>
            </a:r>
            <a:r>
              <a:rPr lang="en-US" dirty="0">
                <a:solidFill>
                  <a:srgbClr val="00B050"/>
                </a:solidFill>
              </a:rPr>
              <a:t> in de mail is </a:t>
            </a:r>
            <a:r>
              <a:rPr lang="en-US" dirty="0" err="1">
                <a:solidFill>
                  <a:srgbClr val="00B050"/>
                </a:solidFill>
              </a:rPr>
              <a:t>geklikt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Twitter,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tweet?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Adwords</a:t>
            </a:r>
            <a:r>
              <a:rPr lang="en-US" dirty="0">
                <a:solidFill>
                  <a:srgbClr val="00B050"/>
                </a:solidFill>
              </a:rPr>
              <a:t>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adgroup</a:t>
            </a:r>
            <a:r>
              <a:rPr lang="en-US" dirty="0">
                <a:solidFill>
                  <a:srgbClr val="00B050"/>
                </a:solidFill>
              </a:rPr>
              <a:t>/ad? ✓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Facebook, maar </a:t>
            </a:r>
            <a:r>
              <a:rPr lang="en-US" dirty="0" err="1">
                <a:solidFill>
                  <a:srgbClr val="00B050"/>
                </a:solidFill>
              </a:rPr>
              <a:t>welke</a:t>
            </a:r>
            <a:r>
              <a:rPr lang="en-US" dirty="0">
                <a:solidFill>
                  <a:srgbClr val="00B050"/>
                </a:solidFill>
              </a:rPr>
              <a:t> post? </a:t>
            </a:r>
            <a:r>
              <a:rPr lang="en-US" dirty="0" err="1">
                <a:solidFill>
                  <a:srgbClr val="00B050"/>
                </a:solidFill>
              </a:rPr>
              <a:t>Betaald</a:t>
            </a:r>
            <a:r>
              <a:rPr lang="en-US" dirty="0">
                <a:solidFill>
                  <a:srgbClr val="00B050"/>
                </a:solidFill>
              </a:rPr>
              <a:t> of </a:t>
            </a:r>
            <a:r>
              <a:rPr lang="en-US" dirty="0" err="1">
                <a:solidFill>
                  <a:srgbClr val="00B050"/>
                </a:solidFill>
              </a:rPr>
              <a:t>organisch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Alle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betaalde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verkeer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samen</a:t>
            </a:r>
            <a:r>
              <a:rPr lang="en-US" dirty="0">
                <a:solidFill>
                  <a:srgbClr val="00B050"/>
                </a:solidFill>
              </a:rPr>
              <a:t>? ✓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487E3FE-AAF3-CF40-95AC-2DFBBD80CAB4}"/>
              </a:ext>
            </a:extLst>
          </p:cNvPr>
          <p:cNvCxnSpPr>
            <a:cxnSpLocks/>
          </p:cNvCxnSpPr>
          <p:nvPr/>
        </p:nvCxnSpPr>
        <p:spPr>
          <a:xfrm flipH="1">
            <a:off x="8034728" y="3431263"/>
            <a:ext cx="388035" cy="27130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3C61E2-C933-C744-9BE4-4501E18089C5}"/>
              </a:ext>
            </a:extLst>
          </p:cNvPr>
          <p:cNvCxnSpPr>
            <a:cxnSpLocks/>
          </p:cNvCxnSpPr>
          <p:nvPr/>
        </p:nvCxnSpPr>
        <p:spPr>
          <a:xfrm flipH="1" flipV="1">
            <a:off x="8304551" y="4321116"/>
            <a:ext cx="599606" cy="29585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449BD6A-4E19-EB40-A87C-5C92A1960283}"/>
              </a:ext>
            </a:extLst>
          </p:cNvPr>
          <p:cNvSpPr/>
          <p:nvPr/>
        </p:nvSpPr>
        <p:spPr>
          <a:xfrm>
            <a:off x="4004180" y="4045434"/>
            <a:ext cx="6798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✓</a:t>
            </a:r>
            <a:endParaRPr lang="en-US" sz="4400" b="1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2A7C58-6D6C-9340-A1B9-6386F9EDD0CA}"/>
              </a:ext>
            </a:extLst>
          </p:cNvPr>
          <p:cNvCxnSpPr>
            <a:cxnSpLocks/>
          </p:cNvCxnSpPr>
          <p:nvPr/>
        </p:nvCxnSpPr>
        <p:spPr>
          <a:xfrm>
            <a:off x="3442581" y="4769905"/>
            <a:ext cx="4268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00FF3720-A847-C64B-A743-6CAC6208E0CF}"/>
              </a:ext>
            </a:extLst>
          </p:cNvPr>
          <p:cNvSpPr/>
          <p:nvPr/>
        </p:nvSpPr>
        <p:spPr>
          <a:xfrm>
            <a:off x="3597640" y="5137854"/>
            <a:ext cx="99371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00B050"/>
                </a:solidFill>
              </a:rPr>
              <a:t>✓</a:t>
            </a:r>
            <a:endParaRPr lang="en-US" sz="6600" b="1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DF05DC-1423-794D-B79B-2C35B1EFAE23}"/>
              </a:ext>
            </a:extLst>
          </p:cNvPr>
          <p:cNvSpPr/>
          <p:nvPr/>
        </p:nvSpPr>
        <p:spPr>
          <a:xfrm>
            <a:off x="1456678" y="1225483"/>
            <a:ext cx="136921" cy="314105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1EC690F-563E-1D4F-88BF-3A1C3AE08A4E}"/>
              </a:ext>
            </a:extLst>
          </p:cNvPr>
          <p:cNvSpPr/>
          <p:nvPr/>
        </p:nvSpPr>
        <p:spPr>
          <a:xfrm>
            <a:off x="4379409" y="1567788"/>
            <a:ext cx="137362" cy="292379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80DA2AA-1A2C-424B-8DDD-D180BB90F1B9}"/>
              </a:ext>
            </a:extLst>
          </p:cNvPr>
          <p:cNvSpPr/>
          <p:nvPr/>
        </p:nvSpPr>
        <p:spPr>
          <a:xfrm>
            <a:off x="1924581" y="2071863"/>
            <a:ext cx="153993" cy="345290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DB5DB82-ED51-DC47-8E46-F4291922C893}"/>
              </a:ext>
            </a:extLst>
          </p:cNvPr>
          <p:cNvSpPr/>
          <p:nvPr/>
        </p:nvSpPr>
        <p:spPr>
          <a:xfrm>
            <a:off x="2896803" y="2605219"/>
            <a:ext cx="137226" cy="276515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DA4F6D-B966-F843-8128-AC9A5D6C552C}"/>
              </a:ext>
            </a:extLst>
          </p:cNvPr>
          <p:cNvSpPr txBox="1"/>
          <p:nvPr/>
        </p:nvSpPr>
        <p:spPr>
          <a:xfrm>
            <a:off x="4676932" y="4146416"/>
            <a:ext cx="3014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B050"/>
                </a:solidFill>
              </a:rPr>
              <a:t>Referrer (</a:t>
            </a:r>
            <a:r>
              <a:rPr lang="en-US" dirty="0" err="1">
                <a:solidFill>
                  <a:srgbClr val="00B050"/>
                </a:solidFill>
              </a:rPr>
              <a:t>domein</a:t>
            </a:r>
            <a:r>
              <a:rPr lang="en-US" dirty="0">
                <a:solidFill>
                  <a:srgbClr val="00B050"/>
                </a:solidFill>
              </a:rPr>
              <a:t>) ✓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Landingspagina</a:t>
            </a:r>
            <a:r>
              <a:rPr lang="en-US" dirty="0">
                <a:solidFill>
                  <a:srgbClr val="00B050"/>
                </a:solidFill>
              </a:rPr>
              <a:t> ✓</a:t>
            </a:r>
          </a:p>
          <a:p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E966496-B36B-DA4B-B4C8-34BDB6D77495}"/>
              </a:ext>
            </a:extLst>
          </p:cNvPr>
          <p:cNvSpPr/>
          <p:nvPr/>
        </p:nvSpPr>
        <p:spPr>
          <a:xfrm>
            <a:off x="5873678" y="926007"/>
            <a:ext cx="498440" cy="1596069"/>
          </a:xfrm>
          <a:prstGeom prst="ellipse">
            <a:avLst/>
          </a:prstGeom>
          <a:solidFill>
            <a:schemeClr val="accent6">
              <a:lumMod val="60000"/>
              <a:lumOff val="40000"/>
              <a:alpha val="21961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79E0C0-9B34-834E-A547-9E61340BDFB4}"/>
              </a:ext>
            </a:extLst>
          </p:cNvPr>
          <p:cNvSpPr txBox="1"/>
          <p:nvPr/>
        </p:nvSpPr>
        <p:spPr>
          <a:xfrm rot="20999425">
            <a:off x="5399991" y="507626"/>
            <a:ext cx="140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 ‘A-B </a:t>
            </a:r>
            <a:r>
              <a:rPr lang="en-US" i="1" dirty="0" err="1"/>
              <a:t>logica</a:t>
            </a:r>
            <a:r>
              <a:rPr lang="en-US" i="1" dirty="0"/>
              <a:t>’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0AC88DC-E6DC-6A4F-B8D0-D99B293BBAC6}"/>
              </a:ext>
            </a:extLst>
          </p:cNvPr>
          <p:cNvCxnSpPr>
            <a:cxnSpLocks/>
          </p:cNvCxnSpPr>
          <p:nvPr/>
        </p:nvCxnSpPr>
        <p:spPr>
          <a:xfrm flipV="1">
            <a:off x="2310559" y="1631561"/>
            <a:ext cx="5350363" cy="154084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D328CB-93F8-7A48-9437-38A26DA44803}"/>
              </a:ext>
            </a:extLst>
          </p:cNvPr>
          <p:cNvSpPr txBox="1"/>
          <p:nvPr/>
        </p:nvSpPr>
        <p:spPr>
          <a:xfrm>
            <a:off x="4206240" y="388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2E9C6D7-0838-5546-B146-3B5700CE3508}"/>
              </a:ext>
            </a:extLst>
          </p:cNvPr>
          <p:cNvCxnSpPr>
            <a:cxnSpLocks/>
          </p:cNvCxnSpPr>
          <p:nvPr/>
        </p:nvCxnSpPr>
        <p:spPr>
          <a:xfrm flipV="1">
            <a:off x="1430803" y="1603058"/>
            <a:ext cx="6176317" cy="101810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B7070D-8806-8649-BF79-5460FBDF6932}"/>
              </a:ext>
            </a:extLst>
          </p:cNvPr>
          <p:cNvCxnSpPr>
            <a:cxnSpLocks/>
          </p:cNvCxnSpPr>
          <p:nvPr/>
        </p:nvCxnSpPr>
        <p:spPr>
          <a:xfrm flipV="1">
            <a:off x="4081184" y="1521895"/>
            <a:ext cx="3525936" cy="44285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D2F271-80E3-8848-8232-28FEC8EB19EB}"/>
              </a:ext>
            </a:extLst>
          </p:cNvPr>
          <p:cNvCxnSpPr>
            <a:cxnSpLocks/>
            <a:endCxn id="36" idx="6"/>
          </p:cNvCxnSpPr>
          <p:nvPr/>
        </p:nvCxnSpPr>
        <p:spPr>
          <a:xfrm flipV="1">
            <a:off x="932235" y="1467593"/>
            <a:ext cx="6614995" cy="25607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87F1BF4-50E2-6C44-800A-28D159F6CF5C}"/>
              </a:ext>
            </a:extLst>
          </p:cNvPr>
          <p:cNvCxnSpPr>
            <a:cxnSpLocks/>
          </p:cNvCxnSpPr>
          <p:nvPr/>
        </p:nvCxnSpPr>
        <p:spPr>
          <a:xfrm>
            <a:off x="2659900" y="1280079"/>
            <a:ext cx="4965221" cy="295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43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36" grpId="0" animBg="1"/>
      <p:bldP spid="37" grpId="0"/>
      <p:bldP spid="38" grpId="0"/>
      <p:bldP spid="48" grpId="0"/>
      <p:bldP spid="49" grpId="0" animBg="1"/>
      <p:bldP spid="50" grpId="0" animBg="1"/>
      <p:bldP spid="51" grpId="0" animBg="1"/>
      <p:bldP spid="52" grpId="0" animBg="1"/>
      <p:bldP spid="42" grpId="0" animBg="1"/>
      <p:bldP spid="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D84A6-D36F-8B46-B540-060A660EC2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1953924"/>
              </p:ext>
            </p:extLst>
          </p:nvPr>
        </p:nvGraphicFramePr>
        <p:xfrm>
          <a:off x="7245753" y="474564"/>
          <a:ext cx="4479401" cy="490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5AF0A7D-9AEE-6A43-8252-40BE6EAD58AF}"/>
              </a:ext>
            </a:extLst>
          </p:cNvPr>
          <p:cNvSpPr/>
          <p:nvPr/>
        </p:nvSpPr>
        <p:spPr>
          <a:xfrm>
            <a:off x="9294474" y="5069711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CC0C7-F708-FA45-89AC-835EAC89AE7C}"/>
              </a:ext>
            </a:extLst>
          </p:cNvPr>
          <p:cNvSpPr txBox="1"/>
          <p:nvPr/>
        </p:nvSpPr>
        <p:spPr>
          <a:xfrm>
            <a:off x="1200150" y="1524000"/>
            <a:ext cx="428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2857751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D84A6-D36F-8B46-B540-060A660EC287}"/>
              </a:ext>
            </a:extLst>
          </p:cNvPr>
          <p:cNvGraphicFramePr/>
          <p:nvPr>
            <p:extLst/>
          </p:nvPr>
        </p:nvGraphicFramePr>
        <p:xfrm>
          <a:off x="7245753" y="474564"/>
          <a:ext cx="4479401" cy="490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5AF0A7D-9AEE-6A43-8252-40BE6EAD58AF}"/>
              </a:ext>
            </a:extLst>
          </p:cNvPr>
          <p:cNvSpPr/>
          <p:nvPr/>
        </p:nvSpPr>
        <p:spPr>
          <a:xfrm>
            <a:off x="9294474" y="5069711"/>
            <a:ext cx="1307939" cy="601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FF1B61D3-21D9-1F4D-A445-5D33E2C7E1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0616" y="4198221"/>
            <a:ext cx="2025377" cy="145914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50E85F-41A9-CB4A-8AFE-CCA8AC6490CE}"/>
              </a:ext>
            </a:extLst>
          </p:cNvPr>
          <p:cNvCxnSpPr>
            <a:cxnSpLocks/>
          </p:cNvCxnSpPr>
          <p:nvPr/>
        </p:nvCxnSpPr>
        <p:spPr>
          <a:xfrm flipH="1">
            <a:off x="6026046" y="3431263"/>
            <a:ext cx="2396718" cy="103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1BD9B9-BDC6-3F4D-9088-0C1E44445471}"/>
              </a:ext>
            </a:extLst>
          </p:cNvPr>
          <p:cNvCxnSpPr>
            <a:cxnSpLocks/>
          </p:cNvCxnSpPr>
          <p:nvPr/>
        </p:nvCxnSpPr>
        <p:spPr>
          <a:xfrm flipH="1">
            <a:off x="6026046" y="4586990"/>
            <a:ext cx="2396718" cy="164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8CC0C7-F708-FA45-89AC-835EAC89AE7C}"/>
              </a:ext>
            </a:extLst>
          </p:cNvPr>
          <p:cNvSpPr txBox="1"/>
          <p:nvPr/>
        </p:nvSpPr>
        <p:spPr>
          <a:xfrm>
            <a:off x="1200150" y="1524000"/>
            <a:ext cx="428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326245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9125</TotalTime>
  <Words>738</Words>
  <Application>Microsoft Macintosh PowerPoint</Application>
  <PresentationFormat>Widescreen</PresentationFormat>
  <Paragraphs>252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‘ABC’</vt:lpstr>
      <vt:lpstr>‘ABC’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Voorbeeldje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 aflsluiting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 peutz</dc:creator>
  <cp:lastModifiedBy>steven peutz</cp:lastModifiedBy>
  <cp:revision>99</cp:revision>
  <dcterms:created xsi:type="dcterms:W3CDTF">2018-05-15T13:07:26Z</dcterms:created>
  <dcterms:modified xsi:type="dcterms:W3CDTF">2018-06-04T12:55:49Z</dcterms:modified>
</cp:coreProperties>
</file>